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498" r:id="rId5"/>
    <p:sldId id="502" r:id="rId6"/>
    <p:sldId id="572" r:id="rId7"/>
    <p:sldId id="571" r:id="rId8"/>
    <p:sldId id="3081" r:id="rId9"/>
    <p:sldId id="3080" r:id="rId10"/>
    <p:sldId id="3079" r:id="rId11"/>
  </p:sldIdLst>
  <p:sldSz cx="12192000" cy="6858000"/>
  <p:notesSz cx="6807200" cy="9939338"/>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52" userDrawn="1">
          <p15:clr>
            <a:srgbClr val="A4A3A4"/>
          </p15:clr>
        </p15:guide>
        <p15:guide id="2" pos="7252" userDrawn="1">
          <p15:clr>
            <a:srgbClr val="A4A3A4"/>
          </p15:clr>
        </p15:guide>
        <p15:guide id="3" orient="horz" pos="2118" userDrawn="1">
          <p15:clr>
            <a:srgbClr val="A4A3A4"/>
          </p15:clr>
        </p15:guide>
        <p15:guide id="6" orient="horz" pos="3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0099CC"/>
    <a:srgbClr val="FFFF99"/>
    <a:srgbClr val="0066CC"/>
    <a:srgbClr val="F5D7D0"/>
    <a:srgbClr val="FF0066"/>
    <a:srgbClr val="3366CC"/>
    <a:srgbClr val="66CCFF"/>
    <a:srgbClr val="CC3300"/>
    <a:srgbClr val="169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4802" autoAdjust="0"/>
  </p:normalViewPr>
  <p:slideViewPr>
    <p:cSldViewPr snapToGrid="0" showGuides="1">
      <p:cViewPr varScale="1">
        <p:scale>
          <a:sx n="80" d="100"/>
          <a:sy n="80" d="100"/>
        </p:scale>
        <p:origin x="648" y="58"/>
      </p:cViewPr>
      <p:guideLst>
        <p:guide pos="452"/>
        <p:guide pos="7252"/>
        <p:guide orient="horz" pos="2118"/>
        <p:guide orient="horz" pos="3916"/>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ng, Wei" userId="5b14770b-ebee-4fe4-a387-cf6938eef6b7" providerId="ADAL" clId="{20257825-19D4-4B60-AD69-6321D59740AD}"/>
    <pc:docChg chg="undo custSel addSld delSld modSld sldOrd">
      <pc:chgData name="Fang, Wei" userId="5b14770b-ebee-4fe4-a387-cf6938eef6b7" providerId="ADAL" clId="{20257825-19D4-4B60-AD69-6321D59740AD}" dt="2025-01-15T05:47:53.967" v="1645" actId="20577"/>
      <pc:docMkLst>
        <pc:docMk/>
      </pc:docMkLst>
      <pc:sldChg chg="modSp">
        <pc:chgData name="Fang, Wei" userId="5b14770b-ebee-4fe4-a387-cf6938eef6b7" providerId="ADAL" clId="{20257825-19D4-4B60-AD69-6321D59740AD}" dt="2025-01-07T13:44:55.353" v="428"/>
        <pc:sldMkLst>
          <pc:docMk/>
          <pc:sldMk cId="0" sldId="498"/>
        </pc:sldMkLst>
        <pc:spChg chg="mod">
          <ac:chgData name="Fang, Wei" userId="5b14770b-ebee-4fe4-a387-cf6938eef6b7" providerId="ADAL" clId="{20257825-19D4-4B60-AD69-6321D59740AD}" dt="2025-01-07T13:44:55.353" v="428"/>
          <ac:spMkLst>
            <pc:docMk/>
            <pc:sldMk cId="0" sldId="498"/>
            <ac:spMk id="5" creationId="{00000000-0000-0000-0000-000000000000}"/>
          </ac:spMkLst>
        </pc:spChg>
      </pc:sldChg>
      <pc:sldChg chg="modSp">
        <pc:chgData name="Fang, Wei" userId="5b14770b-ebee-4fe4-a387-cf6938eef6b7" providerId="ADAL" clId="{20257825-19D4-4B60-AD69-6321D59740AD}" dt="2025-01-13T10:29:44.777" v="1612"/>
        <pc:sldMkLst>
          <pc:docMk/>
          <pc:sldMk cId="0" sldId="502"/>
        </pc:sldMkLst>
        <pc:spChg chg="mod">
          <ac:chgData name="Fang, Wei" userId="5b14770b-ebee-4fe4-a387-cf6938eef6b7" providerId="ADAL" clId="{20257825-19D4-4B60-AD69-6321D59740AD}" dt="2025-01-13T10:29:44.777" v="1612"/>
          <ac:spMkLst>
            <pc:docMk/>
            <pc:sldMk cId="0" sldId="502"/>
            <ac:spMk id="6" creationId="{00000000-0000-0000-0000-000000000000}"/>
          </ac:spMkLst>
        </pc:spChg>
      </pc:sldChg>
      <pc:sldChg chg="addSp delSp modSp add">
        <pc:chgData name="Fang, Wei" userId="5b14770b-ebee-4fe4-a387-cf6938eef6b7" providerId="ADAL" clId="{20257825-19D4-4B60-AD69-6321D59740AD}" dt="2025-01-13T10:28:20.137" v="1552" actId="6549"/>
        <pc:sldMkLst>
          <pc:docMk/>
          <pc:sldMk cId="0" sldId="571"/>
        </pc:sldMkLst>
        <pc:spChg chg="mod">
          <ac:chgData name="Fang, Wei" userId="5b14770b-ebee-4fe4-a387-cf6938eef6b7" providerId="ADAL" clId="{20257825-19D4-4B60-AD69-6321D59740AD}" dt="2025-01-13T10:28:20.137" v="1552" actId="6549"/>
          <ac:spMkLst>
            <pc:docMk/>
            <pc:sldMk cId="0" sldId="571"/>
            <ac:spMk id="5" creationId="{00000000-0000-0000-0000-000000000000}"/>
          </ac:spMkLst>
        </pc:spChg>
        <pc:spChg chg="mod">
          <ac:chgData name="Fang, Wei" userId="5b14770b-ebee-4fe4-a387-cf6938eef6b7" providerId="ADAL" clId="{20257825-19D4-4B60-AD69-6321D59740AD}" dt="2025-01-13T10:20:54.248" v="1264" actId="1076"/>
          <ac:spMkLst>
            <pc:docMk/>
            <pc:sldMk cId="0" sldId="571"/>
            <ac:spMk id="6" creationId="{00000000-0000-0000-0000-000000000000}"/>
          </ac:spMkLst>
        </pc:spChg>
        <pc:spChg chg="add del mod">
          <ac:chgData name="Fang, Wei" userId="5b14770b-ebee-4fe4-a387-cf6938eef6b7" providerId="ADAL" clId="{20257825-19D4-4B60-AD69-6321D59740AD}" dt="2025-01-13T10:21:30.906" v="1277" actId="478"/>
          <ac:spMkLst>
            <pc:docMk/>
            <pc:sldMk cId="0" sldId="571"/>
            <ac:spMk id="11" creationId="{4C2BD429-535E-43A9-BCB5-8CFCBABC716C}"/>
          </ac:spMkLst>
        </pc:spChg>
        <pc:spChg chg="mod">
          <ac:chgData name="Fang, Wei" userId="5b14770b-ebee-4fe4-a387-cf6938eef6b7" providerId="ADAL" clId="{20257825-19D4-4B60-AD69-6321D59740AD}" dt="2025-01-13T10:20:48.736" v="1263" actId="1076"/>
          <ac:spMkLst>
            <pc:docMk/>
            <pc:sldMk cId="0" sldId="571"/>
            <ac:spMk id="15" creationId="{00000000-0000-0000-0000-000000000000}"/>
          </ac:spMkLst>
        </pc:spChg>
        <pc:spChg chg="add del mod">
          <ac:chgData name="Fang, Wei" userId="5b14770b-ebee-4fe4-a387-cf6938eef6b7" providerId="ADAL" clId="{20257825-19D4-4B60-AD69-6321D59740AD}" dt="2025-01-09T12:10:11.853" v="607" actId="478"/>
          <ac:spMkLst>
            <pc:docMk/>
            <pc:sldMk cId="0" sldId="571"/>
            <ac:spMk id="18" creationId="{CA0E992C-FD29-4BE2-A667-FB870029D9DA}"/>
          </ac:spMkLst>
        </pc:spChg>
        <pc:spChg chg="add del mod">
          <ac:chgData name="Fang, Wei" userId="5b14770b-ebee-4fe4-a387-cf6938eef6b7" providerId="ADAL" clId="{20257825-19D4-4B60-AD69-6321D59740AD}" dt="2025-01-09T12:14:30.158" v="713"/>
          <ac:spMkLst>
            <pc:docMk/>
            <pc:sldMk cId="0" sldId="571"/>
            <ac:spMk id="20" creationId="{FDF1089B-DF1D-4E6F-97F6-B622752AF9D9}"/>
          </ac:spMkLst>
        </pc:spChg>
        <pc:spChg chg="add del mod">
          <ac:chgData name="Fang, Wei" userId="5b14770b-ebee-4fe4-a387-cf6938eef6b7" providerId="ADAL" clId="{20257825-19D4-4B60-AD69-6321D59740AD}" dt="2025-01-09T12:14:30.158" v="713"/>
          <ac:spMkLst>
            <pc:docMk/>
            <pc:sldMk cId="0" sldId="571"/>
            <ac:spMk id="21" creationId="{0E02CBCC-2045-4C52-99D5-C8B5FA116C01}"/>
          </ac:spMkLst>
        </pc:spChg>
        <pc:spChg chg="del">
          <ac:chgData name="Fang, Wei" userId="5b14770b-ebee-4fe4-a387-cf6938eef6b7" providerId="ADAL" clId="{20257825-19D4-4B60-AD69-6321D59740AD}" dt="2025-01-09T11:59:09.577" v="503" actId="478"/>
          <ac:spMkLst>
            <pc:docMk/>
            <pc:sldMk cId="0" sldId="571"/>
            <ac:spMk id="22" creationId="{00000000-0000-0000-0000-000000000000}"/>
          </ac:spMkLst>
        </pc:spChg>
        <pc:spChg chg="del">
          <ac:chgData name="Fang, Wei" userId="5b14770b-ebee-4fe4-a387-cf6938eef6b7" providerId="ADAL" clId="{20257825-19D4-4B60-AD69-6321D59740AD}" dt="2025-01-09T11:59:09.577" v="503" actId="478"/>
          <ac:spMkLst>
            <pc:docMk/>
            <pc:sldMk cId="0" sldId="571"/>
            <ac:spMk id="23" creationId="{00000000-0000-0000-0000-000000000000}"/>
          </ac:spMkLst>
        </pc:spChg>
        <pc:spChg chg="del">
          <ac:chgData name="Fang, Wei" userId="5b14770b-ebee-4fe4-a387-cf6938eef6b7" providerId="ADAL" clId="{20257825-19D4-4B60-AD69-6321D59740AD}" dt="2025-01-09T11:59:09.577" v="503" actId="478"/>
          <ac:spMkLst>
            <pc:docMk/>
            <pc:sldMk cId="0" sldId="571"/>
            <ac:spMk id="24" creationId="{00000000-0000-0000-0000-000000000000}"/>
          </ac:spMkLst>
        </pc:spChg>
        <pc:spChg chg="del">
          <ac:chgData name="Fang, Wei" userId="5b14770b-ebee-4fe4-a387-cf6938eef6b7" providerId="ADAL" clId="{20257825-19D4-4B60-AD69-6321D59740AD}" dt="2025-01-09T11:59:09.577" v="503" actId="478"/>
          <ac:spMkLst>
            <pc:docMk/>
            <pc:sldMk cId="0" sldId="571"/>
            <ac:spMk id="25" creationId="{00000000-0000-0000-0000-000000000000}"/>
          </ac:spMkLst>
        </pc:spChg>
        <pc:spChg chg="add del mod">
          <ac:chgData name="Fang, Wei" userId="5b14770b-ebee-4fe4-a387-cf6938eef6b7" providerId="ADAL" clId="{20257825-19D4-4B60-AD69-6321D59740AD}" dt="2025-01-09T12:14:30.158" v="713"/>
          <ac:spMkLst>
            <pc:docMk/>
            <pc:sldMk cId="0" sldId="571"/>
            <ac:spMk id="28" creationId="{4E4DFE93-E35E-485C-97CB-52FEE09D91CD}"/>
          </ac:spMkLst>
        </pc:spChg>
        <pc:spChg chg="add del mod">
          <ac:chgData name="Fang, Wei" userId="5b14770b-ebee-4fe4-a387-cf6938eef6b7" providerId="ADAL" clId="{20257825-19D4-4B60-AD69-6321D59740AD}" dt="2025-01-09T12:14:30.158" v="713"/>
          <ac:spMkLst>
            <pc:docMk/>
            <pc:sldMk cId="0" sldId="571"/>
            <ac:spMk id="29" creationId="{E1EF981D-9F34-4139-9FC2-48FBB65D266C}"/>
          </ac:spMkLst>
        </pc:spChg>
        <pc:spChg chg="del">
          <ac:chgData name="Fang, Wei" userId="5b14770b-ebee-4fe4-a387-cf6938eef6b7" providerId="ADAL" clId="{20257825-19D4-4B60-AD69-6321D59740AD}" dt="2025-01-09T11:59:09.577" v="503" actId="478"/>
          <ac:spMkLst>
            <pc:docMk/>
            <pc:sldMk cId="0" sldId="571"/>
            <ac:spMk id="30" creationId="{00000000-0000-0000-0000-000000000000}"/>
          </ac:spMkLst>
        </pc:spChg>
        <pc:spChg chg="add del mod">
          <ac:chgData name="Fang, Wei" userId="5b14770b-ebee-4fe4-a387-cf6938eef6b7" providerId="ADAL" clId="{20257825-19D4-4B60-AD69-6321D59740AD}" dt="2025-01-09T12:14:30.158" v="713"/>
          <ac:spMkLst>
            <pc:docMk/>
            <pc:sldMk cId="0" sldId="571"/>
            <ac:spMk id="31" creationId="{7ABB4AD0-C680-4CF0-B317-245EAF4D564F}"/>
          </ac:spMkLst>
        </pc:spChg>
        <pc:spChg chg="add del mod">
          <ac:chgData name="Fang, Wei" userId="5b14770b-ebee-4fe4-a387-cf6938eef6b7" providerId="ADAL" clId="{20257825-19D4-4B60-AD69-6321D59740AD}" dt="2025-01-09T12:14:30.158" v="713"/>
          <ac:spMkLst>
            <pc:docMk/>
            <pc:sldMk cId="0" sldId="571"/>
            <ac:spMk id="32" creationId="{3D54ACE8-2F3F-4B6A-94FE-CB10797580BD}"/>
          </ac:spMkLst>
        </pc:spChg>
        <pc:spChg chg="add del mod">
          <ac:chgData name="Fang, Wei" userId="5b14770b-ebee-4fe4-a387-cf6938eef6b7" providerId="ADAL" clId="{20257825-19D4-4B60-AD69-6321D59740AD}" dt="2025-01-09T12:14:30.158" v="713"/>
          <ac:spMkLst>
            <pc:docMk/>
            <pc:sldMk cId="0" sldId="571"/>
            <ac:spMk id="33" creationId="{999A185A-E2C7-4CFD-A1E8-4A3B6ED5856A}"/>
          </ac:spMkLst>
        </pc:spChg>
        <pc:spChg chg="add del mod">
          <ac:chgData name="Fang, Wei" userId="5b14770b-ebee-4fe4-a387-cf6938eef6b7" providerId="ADAL" clId="{20257825-19D4-4B60-AD69-6321D59740AD}" dt="2025-01-09T12:14:30.158" v="713"/>
          <ac:spMkLst>
            <pc:docMk/>
            <pc:sldMk cId="0" sldId="571"/>
            <ac:spMk id="34" creationId="{331F7D85-26A0-469A-8546-753C2B717085}"/>
          </ac:spMkLst>
        </pc:spChg>
        <pc:spChg chg="add del mod">
          <ac:chgData name="Fang, Wei" userId="5b14770b-ebee-4fe4-a387-cf6938eef6b7" providerId="ADAL" clId="{20257825-19D4-4B60-AD69-6321D59740AD}" dt="2025-01-09T12:14:30.158" v="713"/>
          <ac:spMkLst>
            <pc:docMk/>
            <pc:sldMk cId="0" sldId="571"/>
            <ac:spMk id="37" creationId="{B192FC66-D4C2-4085-BA27-9A5DB8AB985E}"/>
          </ac:spMkLst>
        </pc:spChg>
        <pc:spChg chg="add del mod">
          <ac:chgData name="Fang, Wei" userId="5b14770b-ebee-4fe4-a387-cf6938eef6b7" providerId="ADAL" clId="{20257825-19D4-4B60-AD69-6321D59740AD}" dt="2025-01-09T12:14:30.158" v="713"/>
          <ac:spMkLst>
            <pc:docMk/>
            <pc:sldMk cId="0" sldId="571"/>
            <ac:spMk id="38" creationId="{32D4112A-8FF9-487C-97B5-FFBE953CD329}"/>
          </ac:spMkLst>
        </pc:spChg>
        <pc:spChg chg="add del mod">
          <ac:chgData name="Fang, Wei" userId="5b14770b-ebee-4fe4-a387-cf6938eef6b7" providerId="ADAL" clId="{20257825-19D4-4B60-AD69-6321D59740AD}" dt="2025-01-09T12:14:30.158" v="713"/>
          <ac:spMkLst>
            <pc:docMk/>
            <pc:sldMk cId="0" sldId="571"/>
            <ac:spMk id="44" creationId="{90A524FE-DFE5-444C-AFD1-AC4E24649584}"/>
          </ac:spMkLst>
        </pc:spChg>
        <pc:spChg chg="mod">
          <ac:chgData name="Fang, Wei" userId="5b14770b-ebee-4fe4-a387-cf6938eef6b7" providerId="ADAL" clId="{20257825-19D4-4B60-AD69-6321D59740AD}" dt="2025-01-09T12:14:46.362" v="717" actId="1076"/>
          <ac:spMkLst>
            <pc:docMk/>
            <pc:sldMk cId="0" sldId="571"/>
            <ac:spMk id="46" creationId="{00000000-0000-0000-0000-000000000000}"/>
          </ac:spMkLst>
        </pc:spChg>
        <pc:spChg chg="add del mod">
          <ac:chgData name="Fang, Wei" userId="5b14770b-ebee-4fe4-a387-cf6938eef6b7" providerId="ADAL" clId="{20257825-19D4-4B60-AD69-6321D59740AD}" dt="2025-01-09T12:14:30.158" v="713"/>
          <ac:spMkLst>
            <pc:docMk/>
            <pc:sldMk cId="0" sldId="571"/>
            <ac:spMk id="49" creationId="{B23DEDB2-14F0-4D00-8F80-F9BDDDC483A0}"/>
          </ac:spMkLst>
        </pc:spChg>
        <pc:spChg chg="add del mod">
          <ac:chgData name="Fang, Wei" userId="5b14770b-ebee-4fe4-a387-cf6938eef6b7" providerId="ADAL" clId="{20257825-19D4-4B60-AD69-6321D59740AD}" dt="2025-01-09T12:14:30.158" v="713"/>
          <ac:spMkLst>
            <pc:docMk/>
            <pc:sldMk cId="0" sldId="571"/>
            <ac:spMk id="50" creationId="{69BFC28C-71B3-43CB-BC3D-BDF759A6195D}"/>
          </ac:spMkLst>
        </pc:spChg>
        <pc:spChg chg="mod">
          <ac:chgData name="Fang, Wei" userId="5b14770b-ebee-4fe4-a387-cf6938eef6b7" providerId="ADAL" clId="{20257825-19D4-4B60-AD69-6321D59740AD}" dt="2025-01-13T10:20:48.736" v="1263" actId="1076"/>
          <ac:spMkLst>
            <pc:docMk/>
            <pc:sldMk cId="0" sldId="571"/>
            <ac:spMk id="53" creationId="{00000000-0000-0000-0000-000000000000}"/>
          </ac:spMkLst>
        </pc:spChg>
        <pc:spChg chg="mod">
          <ac:chgData name="Fang, Wei" userId="5b14770b-ebee-4fe4-a387-cf6938eef6b7" providerId="ADAL" clId="{20257825-19D4-4B60-AD69-6321D59740AD}" dt="2025-01-13T10:20:59.131" v="1265" actId="1076"/>
          <ac:spMkLst>
            <pc:docMk/>
            <pc:sldMk cId="0" sldId="571"/>
            <ac:spMk id="55" creationId="{00000000-0000-0000-0000-000000000000}"/>
          </ac:spMkLst>
        </pc:spChg>
        <pc:graphicFrameChg chg="mod modGraphic">
          <ac:chgData name="Fang, Wei" userId="5b14770b-ebee-4fe4-a387-cf6938eef6b7" providerId="ADAL" clId="{20257825-19D4-4B60-AD69-6321D59740AD}" dt="2025-01-13T10:20:48.736" v="1263" actId="1076"/>
          <ac:graphicFrameMkLst>
            <pc:docMk/>
            <pc:sldMk cId="0" sldId="571"/>
            <ac:graphicFrameMk id="13" creationId="{00000000-0000-0000-0000-000000000000}"/>
          </ac:graphicFrameMkLst>
        </pc:graphicFrameChg>
        <pc:graphicFrameChg chg="mod modGraphic">
          <ac:chgData name="Fang, Wei" userId="5b14770b-ebee-4fe4-a387-cf6938eef6b7" providerId="ADAL" clId="{20257825-19D4-4B60-AD69-6321D59740AD}" dt="2025-01-13T10:20:59.131" v="1265" actId="1076"/>
          <ac:graphicFrameMkLst>
            <pc:docMk/>
            <pc:sldMk cId="0" sldId="571"/>
            <ac:graphicFrameMk id="14" creationId="{00000000-0000-0000-0000-000000000000}"/>
          </ac:graphicFrameMkLst>
        </pc:graphicFrameChg>
        <pc:graphicFrameChg chg="add del mod">
          <ac:chgData name="Fang, Wei" userId="5b14770b-ebee-4fe4-a387-cf6938eef6b7" providerId="ADAL" clId="{20257825-19D4-4B60-AD69-6321D59740AD}" dt="2025-01-09T12:14:30.158" v="713"/>
          <ac:graphicFrameMkLst>
            <pc:docMk/>
            <pc:sldMk cId="0" sldId="571"/>
            <ac:graphicFrameMk id="19" creationId="{AB15D456-266A-48B2-96FD-A3602BCEFC01}"/>
          </ac:graphicFrameMkLst>
        </pc:graphicFrameChg>
        <pc:graphicFrameChg chg="del">
          <ac:chgData name="Fang, Wei" userId="5b14770b-ebee-4fe4-a387-cf6938eef6b7" providerId="ADAL" clId="{20257825-19D4-4B60-AD69-6321D59740AD}" dt="2025-01-09T11:59:09.577" v="503" actId="478"/>
          <ac:graphicFrameMkLst>
            <pc:docMk/>
            <pc:sldMk cId="0" sldId="571"/>
            <ac:graphicFrameMk id="26" creationId="{00000000-0000-0000-0000-000000000000}"/>
          </ac:graphicFrameMkLst>
        </pc:graphicFrameChg>
        <pc:graphicFrameChg chg="del">
          <ac:chgData name="Fang, Wei" userId="5b14770b-ebee-4fe4-a387-cf6938eef6b7" providerId="ADAL" clId="{20257825-19D4-4B60-AD69-6321D59740AD}" dt="2025-01-09T11:59:09.577" v="503" actId="478"/>
          <ac:graphicFrameMkLst>
            <pc:docMk/>
            <pc:sldMk cId="0" sldId="571"/>
            <ac:graphicFrameMk id="27" creationId="{00000000-0000-0000-0000-000000000000}"/>
          </ac:graphicFrameMkLst>
        </pc:graphicFrameChg>
        <pc:graphicFrameChg chg="add del mod">
          <ac:chgData name="Fang, Wei" userId="5b14770b-ebee-4fe4-a387-cf6938eef6b7" providerId="ADAL" clId="{20257825-19D4-4B60-AD69-6321D59740AD}" dt="2025-01-09T12:14:30.158" v="713"/>
          <ac:graphicFrameMkLst>
            <pc:docMk/>
            <pc:sldMk cId="0" sldId="571"/>
            <ac:graphicFrameMk id="39" creationId="{727B8F3E-465F-43C1-88BA-A0F239F08F5A}"/>
          </ac:graphicFrameMkLst>
        </pc:graphicFrameChg>
        <pc:graphicFrameChg chg="add del mod">
          <ac:chgData name="Fang, Wei" userId="5b14770b-ebee-4fe4-a387-cf6938eef6b7" providerId="ADAL" clId="{20257825-19D4-4B60-AD69-6321D59740AD}" dt="2025-01-09T12:14:30.158" v="713"/>
          <ac:graphicFrameMkLst>
            <pc:docMk/>
            <pc:sldMk cId="0" sldId="571"/>
            <ac:graphicFrameMk id="40" creationId="{ED6A50EE-3C62-46E9-BAC2-07D9ADDE1266}"/>
          </ac:graphicFrameMkLst>
        </pc:graphicFrameChg>
        <pc:graphicFrameChg chg="add del mod">
          <ac:chgData name="Fang, Wei" userId="5b14770b-ebee-4fe4-a387-cf6938eef6b7" providerId="ADAL" clId="{20257825-19D4-4B60-AD69-6321D59740AD}" dt="2025-01-09T12:14:30.158" v="713"/>
          <ac:graphicFrameMkLst>
            <pc:docMk/>
            <pc:sldMk cId="0" sldId="571"/>
            <ac:graphicFrameMk id="41" creationId="{BC6CCC88-3CEF-40A4-8E68-20B47E805750}"/>
          </ac:graphicFrameMkLst>
        </pc:graphicFrameChg>
        <pc:graphicFrameChg chg="add del mod">
          <ac:chgData name="Fang, Wei" userId="5b14770b-ebee-4fe4-a387-cf6938eef6b7" providerId="ADAL" clId="{20257825-19D4-4B60-AD69-6321D59740AD}" dt="2025-01-09T12:14:30.158" v="713"/>
          <ac:graphicFrameMkLst>
            <pc:docMk/>
            <pc:sldMk cId="0" sldId="571"/>
            <ac:graphicFrameMk id="45" creationId="{EA259B0F-0625-47E0-B39B-DB5883CA083B}"/>
          </ac:graphicFrameMkLst>
        </pc:graphicFrameChg>
        <pc:cxnChg chg="add del mod">
          <ac:chgData name="Fang, Wei" userId="5b14770b-ebee-4fe4-a387-cf6938eef6b7" providerId="ADAL" clId="{20257825-19D4-4B60-AD69-6321D59740AD}" dt="2025-01-09T12:14:30.158" v="713"/>
          <ac:cxnSpMkLst>
            <pc:docMk/>
            <pc:sldMk cId="0" sldId="571"/>
            <ac:cxnSpMk id="35" creationId="{0051E650-B4DF-4474-ABD0-4EBE64BC08A0}"/>
          </ac:cxnSpMkLst>
        </pc:cxnChg>
        <pc:cxnChg chg="add del mod">
          <ac:chgData name="Fang, Wei" userId="5b14770b-ebee-4fe4-a387-cf6938eef6b7" providerId="ADAL" clId="{20257825-19D4-4B60-AD69-6321D59740AD}" dt="2025-01-09T12:14:30.158" v="713"/>
          <ac:cxnSpMkLst>
            <pc:docMk/>
            <pc:sldMk cId="0" sldId="571"/>
            <ac:cxnSpMk id="36" creationId="{3B40BF0A-67E4-4942-90B3-00E1E51100A9}"/>
          </ac:cxnSpMkLst>
        </pc:cxnChg>
        <pc:cxnChg chg="add del mod">
          <ac:chgData name="Fang, Wei" userId="5b14770b-ebee-4fe4-a387-cf6938eef6b7" providerId="ADAL" clId="{20257825-19D4-4B60-AD69-6321D59740AD}" dt="2025-01-09T12:14:30.158" v="713"/>
          <ac:cxnSpMkLst>
            <pc:docMk/>
            <pc:sldMk cId="0" sldId="571"/>
            <ac:cxnSpMk id="42" creationId="{A784A88D-19A6-4343-B676-6E5F6534D113}"/>
          </ac:cxnSpMkLst>
        </pc:cxnChg>
        <pc:cxnChg chg="add del mod">
          <ac:chgData name="Fang, Wei" userId="5b14770b-ebee-4fe4-a387-cf6938eef6b7" providerId="ADAL" clId="{20257825-19D4-4B60-AD69-6321D59740AD}" dt="2025-01-09T12:14:30.158" v="713"/>
          <ac:cxnSpMkLst>
            <pc:docMk/>
            <pc:sldMk cId="0" sldId="571"/>
            <ac:cxnSpMk id="43" creationId="{AE62C607-1975-4856-88D3-A72D9A858684}"/>
          </ac:cxnSpMkLst>
        </pc:cxnChg>
        <pc:cxnChg chg="add del mod">
          <ac:chgData name="Fang, Wei" userId="5b14770b-ebee-4fe4-a387-cf6938eef6b7" providerId="ADAL" clId="{20257825-19D4-4B60-AD69-6321D59740AD}" dt="2025-01-09T12:14:30.158" v="713"/>
          <ac:cxnSpMkLst>
            <pc:docMk/>
            <pc:sldMk cId="0" sldId="571"/>
            <ac:cxnSpMk id="47" creationId="{DBD34022-2499-4F54-9034-BA893067A9AE}"/>
          </ac:cxnSpMkLst>
        </pc:cxnChg>
        <pc:cxnChg chg="add del mod">
          <ac:chgData name="Fang, Wei" userId="5b14770b-ebee-4fe4-a387-cf6938eef6b7" providerId="ADAL" clId="{20257825-19D4-4B60-AD69-6321D59740AD}" dt="2025-01-09T12:14:30.158" v="713"/>
          <ac:cxnSpMkLst>
            <pc:docMk/>
            <pc:sldMk cId="0" sldId="571"/>
            <ac:cxnSpMk id="48" creationId="{8A7A6E38-3519-4289-8A35-FB851F3DABAF}"/>
          </ac:cxnSpMkLst>
        </pc:cxnChg>
        <pc:cxnChg chg="add del mod">
          <ac:chgData name="Fang, Wei" userId="5b14770b-ebee-4fe4-a387-cf6938eef6b7" providerId="ADAL" clId="{20257825-19D4-4B60-AD69-6321D59740AD}" dt="2025-01-09T12:14:30.158" v="713"/>
          <ac:cxnSpMkLst>
            <pc:docMk/>
            <pc:sldMk cId="0" sldId="571"/>
            <ac:cxnSpMk id="51" creationId="{06887C47-B777-4AB1-A215-656BA80B9999}"/>
          </ac:cxnSpMkLst>
        </pc:cxnChg>
      </pc:sldChg>
      <pc:sldChg chg="modSp add ord">
        <pc:chgData name="Fang, Wei" userId="5b14770b-ebee-4fe4-a387-cf6938eef6b7" providerId="ADAL" clId="{20257825-19D4-4B60-AD69-6321D59740AD}" dt="2025-01-09T12:19:47.497" v="867"/>
        <pc:sldMkLst>
          <pc:docMk/>
          <pc:sldMk cId="0" sldId="572"/>
        </pc:sldMkLst>
        <pc:spChg chg="mod">
          <ac:chgData name="Fang, Wei" userId="5b14770b-ebee-4fe4-a387-cf6938eef6b7" providerId="ADAL" clId="{20257825-19D4-4B60-AD69-6321D59740AD}" dt="2025-01-09T12:19:47.497" v="867"/>
          <ac:spMkLst>
            <pc:docMk/>
            <pc:sldMk cId="0" sldId="572"/>
            <ac:spMk id="4" creationId="{00000000-0000-0000-0000-000000000000}"/>
          </ac:spMkLst>
        </pc:spChg>
      </pc:sldChg>
      <pc:sldChg chg="addSp delSp modSp">
        <pc:chgData name="Fang, Wei" userId="5b14770b-ebee-4fe4-a387-cf6938eef6b7" providerId="ADAL" clId="{20257825-19D4-4B60-AD69-6321D59740AD}" dt="2025-01-13T10:13:51.653" v="1184"/>
        <pc:sldMkLst>
          <pc:docMk/>
          <pc:sldMk cId="4138507368" sldId="3078"/>
        </pc:sldMkLst>
        <pc:spChg chg="add del mod">
          <ac:chgData name="Fang, Wei" userId="5b14770b-ebee-4fe4-a387-cf6938eef6b7" providerId="ADAL" clId="{20257825-19D4-4B60-AD69-6321D59740AD}" dt="2025-01-09T11:54:06.094" v="456" actId="478"/>
          <ac:spMkLst>
            <pc:docMk/>
            <pc:sldMk cId="4138507368" sldId="3078"/>
            <ac:spMk id="2" creationId="{85239B41-9D9D-446A-85CF-0F96519B97E6}"/>
          </ac:spMkLst>
        </pc:spChg>
        <pc:spChg chg="del">
          <ac:chgData name="Fang, Wei" userId="5b14770b-ebee-4fe4-a387-cf6938eef6b7" providerId="ADAL" clId="{20257825-19D4-4B60-AD69-6321D59740AD}" dt="2025-01-09T11:54:06.094" v="456" actId="478"/>
          <ac:spMkLst>
            <pc:docMk/>
            <pc:sldMk cId="4138507368" sldId="3078"/>
            <ac:spMk id="89" creationId="{8E02C311-C7E6-4D55-928E-59651B64034F}"/>
          </ac:spMkLst>
        </pc:spChg>
        <pc:spChg chg="del">
          <ac:chgData name="Fang, Wei" userId="5b14770b-ebee-4fe4-a387-cf6938eef6b7" providerId="ADAL" clId="{20257825-19D4-4B60-AD69-6321D59740AD}" dt="2025-01-09T11:54:06.094" v="456" actId="478"/>
          <ac:spMkLst>
            <pc:docMk/>
            <pc:sldMk cId="4138507368" sldId="3078"/>
            <ac:spMk id="91" creationId="{0BBFCAE5-FEE4-476F-80B2-4013B929728B}"/>
          </ac:spMkLst>
        </pc:spChg>
        <pc:spChg chg="del">
          <ac:chgData name="Fang, Wei" userId="5b14770b-ebee-4fe4-a387-cf6938eef6b7" providerId="ADAL" clId="{20257825-19D4-4B60-AD69-6321D59740AD}" dt="2025-01-09T11:54:06.094" v="456" actId="478"/>
          <ac:spMkLst>
            <pc:docMk/>
            <pc:sldMk cId="4138507368" sldId="3078"/>
            <ac:spMk id="93" creationId="{74A51376-51EC-4B0E-B4B4-D284D2573C7B}"/>
          </ac:spMkLst>
        </pc:spChg>
        <pc:spChg chg="del">
          <ac:chgData name="Fang, Wei" userId="5b14770b-ebee-4fe4-a387-cf6938eef6b7" providerId="ADAL" clId="{20257825-19D4-4B60-AD69-6321D59740AD}" dt="2025-01-09T11:54:06.094" v="456" actId="478"/>
          <ac:spMkLst>
            <pc:docMk/>
            <pc:sldMk cId="4138507368" sldId="3078"/>
            <ac:spMk id="94" creationId="{2CE40619-D8DA-4109-8CDC-D995CFEE5BD4}"/>
          </ac:spMkLst>
        </pc:spChg>
        <pc:spChg chg="del">
          <ac:chgData name="Fang, Wei" userId="5b14770b-ebee-4fe4-a387-cf6938eef6b7" providerId="ADAL" clId="{20257825-19D4-4B60-AD69-6321D59740AD}" dt="2025-01-09T11:54:06.094" v="456" actId="478"/>
          <ac:spMkLst>
            <pc:docMk/>
            <pc:sldMk cId="4138507368" sldId="3078"/>
            <ac:spMk id="95" creationId="{74015CDE-781D-48D8-8DA2-AA8CE3DF6E7C}"/>
          </ac:spMkLst>
        </pc:spChg>
        <pc:spChg chg="del">
          <ac:chgData name="Fang, Wei" userId="5b14770b-ebee-4fe4-a387-cf6938eef6b7" providerId="ADAL" clId="{20257825-19D4-4B60-AD69-6321D59740AD}" dt="2025-01-09T11:54:06.094" v="456" actId="478"/>
          <ac:spMkLst>
            <pc:docMk/>
            <pc:sldMk cId="4138507368" sldId="3078"/>
            <ac:spMk id="96" creationId="{C7E9ABBA-AD99-4305-BAAA-405DD0D765B5}"/>
          </ac:spMkLst>
        </pc:spChg>
        <pc:spChg chg="del">
          <ac:chgData name="Fang, Wei" userId="5b14770b-ebee-4fe4-a387-cf6938eef6b7" providerId="ADAL" clId="{20257825-19D4-4B60-AD69-6321D59740AD}" dt="2025-01-09T11:54:06.094" v="456" actId="478"/>
          <ac:spMkLst>
            <pc:docMk/>
            <pc:sldMk cId="4138507368" sldId="3078"/>
            <ac:spMk id="98" creationId="{218CF455-694F-4C05-984B-52450049FC42}"/>
          </ac:spMkLst>
        </pc:spChg>
        <pc:spChg chg="del">
          <ac:chgData name="Fang, Wei" userId="5b14770b-ebee-4fe4-a387-cf6938eef6b7" providerId="ADAL" clId="{20257825-19D4-4B60-AD69-6321D59740AD}" dt="2025-01-09T11:54:06.094" v="456" actId="478"/>
          <ac:spMkLst>
            <pc:docMk/>
            <pc:sldMk cId="4138507368" sldId="3078"/>
            <ac:spMk id="99" creationId="{E257F35F-620E-4151-B95A-E0F7567E0EE6}"/>
          </ac:spMkLst>
        </pc:spChg>
        <pc:spChg chg="del">
          <ac:chgData name="Fang, Wei" userId="5b14770b-ebee-4fe4-a387-cf6938eef6b7" providerId="ADAL" clId="{20257825-19D4-4B60-AD69-6321D59740AD}" dt="2025-01-09T11:54:06.094" v="456" actId="478"/>
          <ac:spMkLst>
            <pc:docMk/>
            <pc:sldMk cId="4138507368" sldId="3078"/>
            <ac:spMk id="100" creationId="{3BB359E0-A44A-46E3-BFC4-DF72C36B6B5F}"/>
          </ac:spMkLst>
        </pc:spChg>
        <pc:spChg chg="del">
          <ac:chgData name="Fang, Wei" userId="5b14770b-ebee-4fe4-a387-cf6938eef6b7" providerId="ADAL" clId="{20257825-19D4-4B60-AD69-6321D59740AD}" dt="2025-01-09T11:54:06.094" v="456" actId="478"/>
          <ac:spMkLst>
            <pc:docMk/>
            <pc:sldMk cId="4138507368" sldId="3078"/>
            <ac:spMk id="101" creationId="{4778FE18-524D-4BBC-BB99-79327965C02B}"/>
          </ac:spMkLst>
        </pc:spChg>
        <pc:spChg chg="del">
          <ac:chgData name="Fang, Wei" userId="5b14770b-ebee-4fe4-a387-cf6938eef6b7" providerId="ADAL" clId="{20257825-19D4-4B60-AD69-6321D59740AD}" dt="2025-01-09T11:54:06.094" v="456" actId="478"/>
          <ac:spMkLst>
            <pc:docMk/>
            <pc:sldMk cId="4138507368" sldId="3078"/>
            <ac:spMk id="102" creationId="{92667EFB-3CD7-48EC-ABE8-057B46908163}"/>
          </ac:spMkLst>
        </pc:spChg>
        <pc:spChg chg="del">
          <ac:chgData name="Fang, Wei" userId="5b14770b-ebee-4fe4-a387-cf6938eef6b7" providerId="ADAL" clId="{20257825-19D4-4B60-AD69-6321D59740AD}" dt="2025-01-09T11:54:06.094" v="456" actId="478"/>
          <ac:spMkLst>
            <pc:docMk/>
            <pc:sldMk cId="4138507368" sldId="3078"/>
            <ac:spMk id="103" creationId="{83167D3F-8F83-4A7F-A2E8-FD5CC4C9FFA8}"/>
          </ac:spMkLst>
        </pc:spChg>
        <pc:spChg chg="del">
          <ac:chgData name="Fang, Wei" userId="5b14770b-ebee-4fe4-a387-cf6938eef6b7" providerId="ADAL" clId="{20257825-19D4-4B60-AD69-6321D59740AD}" dt="2025-01-09T11:54:06.094" v="456" actId="478"/>
          <ac:spMkLst>
            <pc:docMk/>
            <pc:sldMk cId="4138507368" sldId="3078"/>
            <ac:spMk id="104" creationId="{80412575-50D5-40E0-BDD0-35CFFA2791CA}"/>
          </ac:spMkLst>
        </pc:spChg>
        <pc:spChg chg="del">
          <ac:chgData name="Fang, Wei" userId="5b14770b-ebee-4fe4-a387-cf6938eef6b7" providerId="ADAL" clId="{20257825-19D4-4B60-AD69-6321D59740AD}" dt="2025-01-09T11:54:06.094" v="456" actId="478"/>
          <ac:spMkLst>
            <pc:docMk/>
            <pc:sldMk cId="4138507368" sldId="3078"/>
            <ac:spMk id="105" creationId="{8DEC7CD6-3949-4468-93C2-C4EC1D72908C}"/>
          </ac:spMkLst>
        </pc:spChg>
        <pc:spChg chg="del">
          <ac:chgData name="Fang, Wei" userId="5b14770b-ebee-4fe4-a387-cf6938eef6b7" providerId="ADAL" clId="{20257825-19D4-4B60-AD69-6321D59740AD}" dt="2025-01-09T11:54:06.094" v="456" actId="478"/>
          <ac:spMkLst>
            <pc:docMk/>
            <pc:sldMk cId="4138507368" sldId="3078"/>
            <ac:spMk id="107" creationId="{8631AAEC-9A80-4379-86A3-2158375E72A3}"/>
          </ac:spMkLst>
        </pc:spChg>
        <pc:spChg chg="del">
          <ac:chgData name="Fang, Wei" userId="5b14770b-ebee-4fe4-a387-cf6938eef6b7" providerId="ADAL" clId="{20257825-19D4-4B60-AD69-6321D59740AD}" dt="2025-01-09T11:54:06.094" v="456" actId="478"/>
          <ac:spMkLst>
            <pc:docMk/>
            <pc:sldMk cId="4138507368" sldId="3078"/>
            <ac:spMk id="108" creationId="{56AB4209-456C-416A-BBC1-940DF9501B58}"/>
          </ac:spMkLst>
        </pc:spChg>
        <pc:spChg chg="del">
          <ac:chgData name="Fang, Wei" userId="5b14770b-ebee-4fe4-a387-cf6938eef6b7" providerId="ADAL" clId="{20257825-19D4-4B60-AD69-6321D59740AD}" dt="2025-01-09T11:54:06.094" v="456" actId="478"/>
          <ac:spMkLst>
            <pc:docMk/>
            <pc:sldMk cId="4138507368" sldId="3078"/>
            <ac:spMk id="109" creationId="{FE04F2F1-FD3F-4295-B9C1-98353F4C1264}"/>
          </ac:spMkLst>
        </pc:spChg>
        <pc:spChg chg="del">
          <ac:chgData name="Fang, Wei" userId="5b14770b-ebee-4fe4-a387-cf6938eef6b7" providerId="ADAL" clId="{20257825-19D4-4B60-AD69-6321D59740AD}" dt="2025-01-09T11:54:06.094" v="456" actId="478"/>
          <ac:spMkLst>
            <pc:docMk/>
            <pc:sldMk cId="4138507368" sldId="3078"/>
            <ac:spMk id="111" creationId="{CC8E25EC-E3FB-45B5-947A-BF072882B75F}"/>
          </ac:spMkLst>
        </pc:spChg>
        <pc:spChg chg="del">
          <ac:chgData name="Fang, Wei" userId="5b14770b-ebee-4fe4-a387-cf6938eef6b7" providerId="ADAL" clId="{20257825-19D4-4B60-AD69-6321D59740AD}" dt="2025-01-09T11:54:06.094" v="456" actId="478"/>
          <ac:spMkLst>
            <pc:docMk/>
            <pc:sldMk cId="4138507368" sldId="3078"/>
            <ac:spMk id="113" creationId="{181C62D9-E0E1-458E-AD57-D85D4ACA719D}"/>
          </ac:spMkLst>
        </pc:spChg>
        <pc:spChg chg="del">
          <ac:chgData name="Fang, Wei" userId="5b14770b-ebee-4fe4-a387-cf6938eef6b7" providerId="ADAL" clId="{20257825-19D4-4B60-AD69-6321D59740AD}" dt="2025-01-09T11:54:06.094" v="456" actId="478"/>
          <ac:spMkLst>
            <pc:docMk/>
            <pc:sldMk cId="4138507368" sldId="3078"/>
            <ac:spMk id="114" creationId="{08247F7B-1C9D-4DC0-BA55-57D525492B91}"/>
          </ac:spMkLst>
        </pc:spChg>
        <pc:spChg chg="add del">
          <ac:chgData name="Fang, Wei" userId="5b14770b-ebee-4fe4-a387-cf6938eef6b7" providerId="ADAL" clId="{20257825-19D4-4B60-AD69-6321D59740AD}" dt="2025-01-13T10:13:41.124" v="1181"/>
          <ac:spMkLst>
            <pc:docMk/>
            <pc:sldMk cId="4138507368" sldId="3078"/>
            <ac:spMk id="116" creationId="{185FA5E8-46BB-4224-9E4C-E637C874ED5C}"/>
          </ac:spMkLst>
        </pc:spChg>
        <pc:spChg chg="add">
          <ac:chgData name="Fang, Wei" userId="5b14770b-ebee-4fe4-a387-cf6938eef6b7" providerId="ADAL" clId="{20257825-19D4-4B60-AD69-6321D59740AD}" dt="2025-01-13T10:13:43.909" v="1183"/>
          <ac:spMkLst>
            <pc:docMk/>
            <pc:sldMk cId="4138507368" sldId="3078"/>
            <ac:spMk id="117" creationId="{B4660960-6C90-4E34-97E1-9413D4DBCEEC}"/>
          </ac:spMkLst>
        </pc:spChg>
        <pc:spChg chg="del">
          <ac:chgData name="Fang, Wei" userId="5b14770b-ebee-4fe4-a387-cf6938eef6b7" providerId="ADAL" clId="{20257825-19D4-4B60-AD69-6321D59740AD}" dt="2025-01-09T11:54:06.094" v="456" actId="478"/>
          <ac:spMkLst>
            <pc:docMk/>
            <pc:sldMk cId="4138507368" sldId="3078"/>
            <ac:spMk id="117" creationId="{B6CC4CF1-F7A9-467B-B68E-20624EB652A9}"/>
          </ac:spMkLst>
        </pc:spChg>
        <pc:spChg chg="add">
          <ac:chgData name="Fang, Wei" userId="5b14770b-ebee-4fe4-a387-cf6938eef6b7" providerId="ADAL" clId="{20257825-19D4-4B60-AD69-6321D59740AD}" dt="2025-01-13T10:13:51.653" v="1184"/>
          <ac:spMkLst>
            <pc:docMk/>
            <pc:sldMk cId="4138507368" sldId="3078"/>
            <ac:spMk id="118" creationId="{B6DDA3CB-62E5-4954-834D-796AAFC57E4D}"/>
          </ac:spMkLst>
        </pc:spChg>
        <pc:spChg chg="add">
          <ac:chgData name="Fang, Wei" userId="5b14770b-ebee-4fe4-a387-cf6938eef6b7" providerId="ADAL" clId="{20257825-19D4-4B60-AD69-6321D59740AD}" dt="2025-01-09T11:54:07.280" v="457"/>
          <ac:spMkLst>
            <pc:docMk/>
            <pc:sldMk cId="4138507368" sldId="3078"/>
            <ac:spMk id="119" creationId="{B2DEC36E-01D9-4555-A28D-A6D1BFBBD7A6}"/>
          </ac:spMkLst>
        </pc:spChg>
        <pc:spChg chg="del">
          <ac:chgData name="Fang, Wei" userId="5b14770b-ebee-4fe4-a387-cf6938eef6b7" providerId="ADAL" clId="{20257825-19D4-4B60-AD69-6321D59740AD}" dt="2025-01-09T11:54:06.094" v="456" actId="478"/>
          <ac:spMkLst>
            <pc:docMk/>
            <pc:sldMk cId="4138507368" sldId="3078"/>
            <ac:spMk id="120" creationId="{EE855171-7439-4E7A-AE4D-ABAE1C9DB1AD}"/>
          </ac:spMkLst>
        </pc:spChg>
        <pc:spChg chg="del">
          <ac:chgData name="Fang, Wei" userId="5b14770b-ebee-4fe4-a387-cf6938eef6b7" providerId="ADAL" clId="{20257825-19D4-4B60-AD69-6321D59740AD}" dt="2025-01-09T11:54:06.094" v="456" actId="478"/>
          <ac:spMkLst>
            <pc:docMk/>
            <pc:sldMk cId="4138507368" sldId="3078"/>
            <ac:spMk id="121" creationId="{C8C7A3E0-540B-43B6-9A88-62EA67842FE0}"/>
          </ac:spMkLst>
        </pc:spChg>
        <pc:spChg chg="del">
          <ac:chgData name="Fang, Wei" userId="5b14770b-ebee-4fe4-a387-cf6938eef6b7" providerId="ADAL" clId="{20257825-19D4-4B60-AD69-6321D59740AD}" dt="2025-01-09T11:54:06.094" v="456" actId="478"/>
          <ac:spMkLst>
            <pc:docMk/>
            <pc:sldMk cId="4138507368" sldId="3078"/>
            <ac:spMk id="122" creationId="{DADC2FC9-F424-49B0-B525-156831184752}"/>
          </ac:spMkLst>
        </pc:spChg>
        <pc:spChg chg="del">
          <ac:chgData name="Fang, Wei" userId="5b14770b-ebee-4fe4-a387-cf6938eef6b7" providerId="ADAL" clId="{20257825-19D4-4B60-AD69-6321D59740AD}" dt="2025-01-09T11:54:06.094" v="456" actId="478"/>
          <ac:spMkLst>
            <pc:docMk/>
            <pc:sldMk cId="4138507368" sldId="3078"/>
            <ac:spMk id="124" creationId="{2A6835E8-1C51-4881-9708-10176EA6D512}"/>
          </ac:spMkLst>
        </pc:spChg>
        <pc:spChg chg="del">
          <ac:chgData name="Fang, Wei" userId="5b14770b-ebee-4fe4-a387-cf6938eef6b7" providerId="ADAL" clId="{20257825-19D4-4B60-AD69-6321D59740AD}" dt="2025-01-09T11:54:06.094" v="456" actId="478"/>
          <ac:spMkLst>
            <pc:docMk/>
            <pc:sldMk cId="4138507368" sldId="3078"/>
            <ac:spMk id="127" creationId="{D94122AD-3DE9-46FF-92D7-67D705C3631F}"/>
          </ac:spMkLst>
        </pc:spChg>
        <pc:spChg chg="del">
          <ac:chgData name="Fang, Wei" userId="5b14770b-ebee-4fe4-a387-cf6938eef6b7" providerId="ADAL" clId="{20257825-19D4-4B60-AD69-6321D59740AD}" dt="2025-01-09T11:54:06.094" v="456" actId="478"/>
          <ac:spMkLst>
            <pc:docMk/>
            <pc:sldMk cId="4138507368" sldId="3078"/>
            <ac:spMk id="128" creationId="{460EEB21-42AC-45A5-A631-B3B87F66BCDD}"/>
          </ac:spMkLst>
        </pc:spChg>
        <pc:spChg chg="del">
          <ac:chgData name="Fang, Wei" userId="5b14770b-ebee-4fe4-a387-cf6938eef6b7" providerId="ADAL" clId="{20257825-19D4-4B60-AD69-6321D59740AD}" dt="2025-01-09T11:54:06.094" v="456" actId="478"/>
          <ac:spMkLst>
            <pc:docMk/>
            <pc:sldMk cId="4138507368" sldId="3078"/>
            <ac:spMk id="129" creationId="{9E6A93AB-C8C7-4314-B4E9-60713225AF81}"/>
          </ac:spMkLst>
        </pc:spChg>
        <pc:spChg chg="del">
          <ac:chgData name="Fang, Wei" userId="5b14770b-ebee-4fe4-a387-cf6938eef6b7" providerId="ADAL" clId="{20257825-19D4-4B60-AD69-6321D59740AD}" dt="2025-01-09T11:54:06.094" v="456" actId="478"/>
          <ac:spMkLst>
            <pc:docMk/>
            <pc:sldMk cId="4138507368" sldId="3078"/>
            <ac:spMk id="130" creationId="{46A541C1-55EA-4F8C-AB2D-9EAAD0E9DD3B}"/>
          </ac:spMkLst>
        </pc:spChg>
        <pc:spChg chg="del">
          <ac:chgData name="Fang, Wei" userId="5b14770b-ebee-4fe4-a387-cf6938eef6b7" providerId="ADAL" clId="{20257825-19D4-4B60-AD69-6321D59740AD}" dt="2025-01-09T11:54:06.094" v="456" actId="478"/>
          <ac:spMkLst>
            <pc:docMk/>
            <pc:sldMk cId="4138507368" sldId="3078"/>
            <ac:spMk id="133" creationId="{A67891C3-6F2C-4200-B54C-26967659D394}"/>
          </ac:spMkLst>
        </pc:spChg>
        <pc:spChg chg="del">
          <ac:chgData name="Fang, Wei" userId="5b14770b-ebee-4fe4-a387-cf6938eef6b7" providerId="ADAL" clId="{20257825-19D4-4B60-AD69-6321D59740AD}" dt="2025-01-09T11:54:06.094" v="456" actId="478"/>
          <ac:spMkLst>
            <pc:docMk/>
            <pc:sldMk cId="4138507368" sldId="3078"/>
            <ac:spMk id="137" creationId="{3FB20AEF-ABEA-4F63-875E-9DA18F9F1573}"/>
          </ac:spMkLst>
        </pc:spChg>
        <pc:spChg chg="del">
          <ac:chgData name="Fang, Wei" userId="5b14770b-ebee-4fe4-a387-cf6938eef6b7" providerId="ADAL" clId="{20257825-19D4-4B60-AD69-6321D59740AD}" dt="2025-01-09T11:54:06.094" v="456" actId="478"/>
          <ac:spMkLst>
            <pc:docMk/>
            <pc:sldMk cId="4138507368" sldId="3078"/>
            <ac:spMk id="140" creationId="{548C2EB8-1C1D-40AB-9DC5-258C45198370}"/>
          </ac:spMkLst>
        </pc:spChg>
        <pc:spChg chg="del">
          <ac:chgData name="Fang, Wei" userId="5b14770b-ebee-4fe4-a387-cf6938eef6b7" providerId="ADAL" clId="{20257825-19D4-4B60-AD69-6321D59740AD}" dt="2025-01-09T11:54:06.094" v="456" actId="478"/>
          <ac:spMkLst>
            <pc:docMk/>
            <pc:sldMk cId="4138507368" sldId="3078"/>
            <ac:spMk id="142" creationId="{B6F60E25-76B1-46F8-8FD0-039A7CE01500}"/>
          </ac:spMkLst>
        </pc:spChg>
        <pc:spChg chg="del">
          <ac:chgData name="Fang, Wei" userId="5b14770b-ebee-4fe4-a387-cf6938eef6b7" providerId="ADAL" clId="{20257825-19D4-4B60-AD69-6321D59740AD}" dt="2025-01-09T11:54:06.094" v="456" actId="478"/>
          <ac:spMkLst>
            <pc:docMk/>
            <pc:sldMk cId="4138507368" sldId="3078"/>
            <ac:spMk id="144" creationId="{61F493F2-1256-4D0B-B2A5-3D3D479234AD}"/>
          </ac:spMkLst>
        </pc:spChg>
        <pc:spChg chg="del">
          <ac:chgData name="Fang, Wei" userId="5b14770b-ebee-4fe4-a387-cf6938eef6b7" providerId="ADAL" clId="{20257825-19D4-4B60-AD69-6321D59740AD}" dt="2025-01-09T11:54:06.094" v="456" actId="478"/>
          <ac:spMkLst>
            <pc:docMk/>
            <pc:sldMk cId="4138507368" sldId="3078"/>
            <ac:spMk id="146" creationId="{29A6AE13-3DAC-44FB-B4B5-5B94EEF2D9F4}"/>
          </ac:spMkLst>
        </pc:spChg>
        <pc:spChg chg="del">
          <ac:chgData name="Fang, Wei" userId="5b14770b-ebee-4fe4-a387-cf6938eef6b7" providerId="ADAL" clId="{20257825-19D4-4B60-AD69-6321D59740AD}" dt="2025-01-09T11:54:06.094" v="456" actId="478"/>
          <ac:spMkLst>
            <pc:docMk/>
            <pc:sldMk cId="4138507368" sldId="3078"/>
            <ac:spMk id="148" creationId="{3BA8986F-238E-4EBC-9DC1-704BDE675A62}"/>
          </ac:spMkLst>
        </pc:spChg>
        <pc:spChg chg="del">
          <ac:chgData name="Fang, Wei" userId="5b14770b-ebee-4fe4-a387-cf6938eef6b7" providerId="ADAL" clId="{20257825-19D4-4B60-AD69-6321D59740AD}" dt="2025-01-09T11:54:06.094" v="456" actId="478"/>
          <ac:spMkLst>
            <pc:docMk/>
            <pc:sldMk cId="4138507368" sldId="3078"/>
            <ac:spMk id="150" creationId="{D8F0991F-8616-492B-9DDA-3049783377BB}"/>
          </ac:spMkLst>
        </pc:spChg>
        <pc:spChg chg="del">
          <ac:chgData name="Fang, Wei" userId="5b14770b-ebee-4fe4-a387-cf6938eef6b7" providerId="ADAL" clId="{20257825-19D4-4B60-AD69-6321D59740AD}" dt="2025-01-09T11:54:06.094" v="456" actId="478"/>
          <ac:spMkLst>
            <pc:docMk/>
            <pc:sldMk cId="4138507368" sldId="3078"/>
            <ac:spMk id="156" creationId="{6DF13F2D-C802-4CE7-8C6C-2294B317FB3A}"/>
          </ac:spMkLst>
        </pc:spChg>
        <pc:spChg chg="del">
          <ac:chgData name="Fang, Wei" userId="5b14770b-ebee-4fe4-a387-cf6938eef6b7" providerId="ADAL" clId="{20257825-19D4-4B60-AD69-6321D59740AD}" dt="2025-01-09T11:54:06.094" v="456" actId="478"/>
          <ac:spMkLst>
            <pc:docMk/>
            <pc:sldMk cId="4138507368" sldId="3078"/>
            <ac:spMk id="157" creationId="{0AE3476A-6BD0-4542-8B27-337134CB393A}"/>
          </ac:spMkLst>
        </pc:spChg>
        <pc:spChg chg="del">
          <ac:chgData name="Fang, Wei" userId="5b14770b-ebee-4fe4-a387-cf6938eef6b7" providerId="ADAL" clId="{20257825-19D4-4B60-AD69-6321D59740AD}" dt="2025-01-09T11:54:06.094" v="456" actId="478"/>
          <ac:spMkLst>
            <pc:docMk/>
            <pc:sldMk cId="4138507368" sldId="3078"/>
            <ac:spMk id="158" creationId="{DDB6AF92-B34A-458D-AAAC-5F8E32188534}"/>
          </ac:spMkLst>
        </pc:spChg>
        <pc:spChg chg="del">
          <ac:chgData name="Fang, Wei" userId="5b14770b-ebee-4fe4-a387-cf6938eef6b7" providerId="ADAL" clId="{20257825-19D4-4B60-AD69-6321D59740AD}" dt="2025-01-09T11:54:06.094" v="456" actId="478"/>
          <ac:spMkLst>
            <pc:docMk/>
            <pc:sldMk cId="4138507368" sldId="3078"/>
            <ac:spMk id="159" creationId="{925D7AB3-E344-4868-B9AF-A5C5CE48C1D9}"/>
          </ac:spMkLst>
        </pc:spChg>
        <pc:spChg chg="del">
          <ac:chgData name="Fang, Wei" userId="5b14770b-ebee-4fe4-a387-cf6938eef6b7" providerId="ADAL" clId="{20257825-19D4-4B60-AD69-6321D59740AD}" dt="2025-01-09T11:54:06.094" v="456" actId="478"/>
          <ac:spMkLst>
            <pc:docMk/>
            <pc:sldMk cId="4138507368" sldId="3078"/>
            <ac:spMk id="160" creationId="{4E4D0B34-BBF3-400E-87BC-445A3BCDDC64}"/>
          </ac:spMkLst>
        </pc:spChg>
        <pc:spChg chg="del">
          <ac:chgData name="Fang, Wei" userId="5b14770b-ebee-4fe4-a387-cf6938eef6b7" providerId="ADAL" clId="{20257825-19D4-4B60-AD69-6321D59740AD}" dt="2025-01-09T11:54:06.094" v="456" actId="478"/>
          <ac:spMkLst>
            <pc:docMk/>
            <pc:sldMk cId="4138507368" sldId="3078"/>
            <ac:spMk id="161" creationId="{ED005372-DCE1-410D-B8A8-0872A7D0A4EE}"/>
          </ac:spMkLst>
        </pc:spChg>
        <pc:spChg chg="del">
          <ac:chgData name="Fang, Wei" userId="5b14770b-ebee-4fe4-a387-cf6938eef6b7" providerId="ADAL" clId="{20257825-19D4-4B60-AD69-6321D59740AD}" dt="2025-01-09T11:54:06.094" v="456" actId="478"/>
          <ac:spMkLst>
            <pc:docMk/>
            <pc:sldMk cId="4138507368" sldId="3078"/>
            <ac:spMk id="162" creationId="{6DB2D6C4-3E10-4AF4-BAFB-CF5CAC2AE649}"/>
          </ac:spMkLst>
        </pc:spChg>
        <pc:spChg chg="del">
          <ac:chgData name="Fang, Wei" userId="5b14770b-ebee-4fe4-a387-cf6938eef6b7" providerId="ADAL" clId="{20257825-19D4-4B60-AD69-6321D59740AD}" dt="2025-01-09T11:54:06.094" v="456" actId="478"/>
          <ac:spMkLst>
            <pc:docMk/>
            <pc:sldMk cId="4138507368" sldId="3078"/>
            <ac:spMk id="163" creationId="{C032352F-46C9-4802-AD96-AE8D000DA18B}"/>
          </ac:spMkLst>
        </pc:spChg>
        <pc:spChg chg="del">
          <ac:chgData name="Fang, Wei" userId="5b14770b-ebee-4fe4-a387-cf6938eef6b7" providerId="ADAL" clId="{20257825-19D4-4B60-AD69-6321D59740AD}" dt="2025-01-09T11:54:06.094" v="456" actId="478"/>
          <ac:spMkLst>
            <pc:docMk/>
            <pc:sldMk cId="4138507368" sldId="3078"/>
            <ac:spMk id="164" creationId="{3F5F95A5-A7F1-4082-81FF-BD39037B6048}"/>
          </ac:spMkLst>
        </pc:spChg>
        <pc:spChg chg="add del">
          <ac:chgData name="Fang, Wei" userId="5b14770b-ebee-4fe4-a387-cf6938eef6b7" providerId="ADAL" clId="{20257825-19D4-4B60-AD69-6321D59740AD}" dt="2025-01-09T11:54:10.296" v="458" actId="478"/>
          <ac:spMkLst>
            <pc:docMk/>
            <pc:sldMk cId="4138507368" sldId="3078"/>
            <ac:spMk id="165" creationId="{F8F78DDE-6A81-4439-BE68-DC8833D9C222}"/>
          </ac:spMkLst>
        </pc:spChg>
        <pc:spChg chg="del">
          <ac:chgData name="Fang, Wei" userId="5b14770b-ebee-4fe4-a387-cf6938eef6b7" providerId="ADAL" clId="{20257825-19D4-4B60-AD69-6321D59740AD}" dt="2025-01-09T11:54:06.094" v="456" actId="478"/>
          <ac:spMkLst>
            <pc:docMk/>
            <pc:sldMk cId="4138507368" sldId="3078"/>
            <ac:spMk id="166" creationId="{7B655D21-FCB2-4AC2-83CD-549BF9605CF3}"/>
          </ac:spMkLst>
        </pc:spChg>
        <pc:spChg chg="del">
          <ac:chgData name="Fang, Wei" userId="5b14770b-ebee-4fe4-a387-cf6938eef6b7" providerId="ADAL" clId="{20257825-19D4-4B60-AD69-6321D59740AD}" dt="2025-01-09T11:54:06.094" v="456" actId="478"/>
          <ac:spMkLst>
            <pc:docMk/>
            <pc:sldMk cId="4138507368" sldId="3078"/>
            <ac:spMk id="167" creationId="{81BEA47D-1E63-417E-A101-0EB7C69A3E1E}"/>
          </ac:spMkLst>
        </pc:spChg>
        <pc:spChg chg="del">
          <ac:chgData name="Fang, Wei" userId="5b14770b-ebee-4fe4-a387-cf6938eef6b7" providerId="ADAL" clId="{20257825-19D4-4B60-AD69-6321D59740AD}" dt="2025-01-09T11:54:06.094" v="456" actId="478"/>
          <ac:spMkLst>
            <pc:docMk/>
            <pc:sldMk cId="4138507368" sldId="3078"/>
            <ac:spMk id="168" creationId="{1280B808-7352-44AE-9A91-1CC93B452A5A}"/>
          </ac:spMkLst>
        </pc:spChg>
        <pc:spChg chg="del">
          <ac:chgData name="Fang, Wei" userId="5b14770b-ebee-4fe4-a387-cf6938eef6b7" providerId="ADAL" clId="{20257825-19D4-4B60-AD69-6321D59740AD}" dt="2025-01-09T11:54:06.094" v="456" actId="478"/>
          <ac:spMkLst>
            <pc:docMk/>
            <pc:sldMk cId="4138507368" sldId="3078"/>
            <ac:spMk id="170" creationId="{14A00695-F0CA-4F8B-84F4-7821164EC612}"/>
          </ac:spMkLst>
        </pc:spChg>
        <pc:spChg chg="del">
          <ac:chgData name="Fang, Wei" userId="5b14770b-ebee-4fe4-a387-cf6938eef6b7" providerId="ADAL" clId="{20257825-19D4-4B60-AD69-6321D59740AD}" dt="2025-01-09T11:54:06.094" v="456" actId="478"/>
          <ac:spMkLst>
            <pc:docMk/>
            <pc:sldMk cId="4138507368" sldId="3078"/>
            <ac:spMk id="174" creationId="{1DD5F23A-6B37-426C-8E62-2162D114B90F}"/>
          </ac:spMkLst>
        </pc:spChg>
        <pc:spChg chg="del">
          <ac:chgData name="Fang, Wei" userId="5b14770b-ebee-4fe4-a387-cf6938eef6b7" providerId="ADAL" clId="{20257825-19D4-4B60-AD69-6321D59740AD}" dt="2025-01-09T11:54:06.094" v="456" actId="478"/>
          <ac:spMkLst>
            <pc:docMk/>
            <pc:sldMk cId="4138507368" sldId="3078"/>
            <ac:spMk id="175" creationId="{539D1065-20EF-4968-A383-ED7E6EC207AE}"/>
          </ac:spMkLst>
        </pc:spChg>
        <pc:spChg chg="del">
          <ac:chgData name="Fang, Wei" userId="5b14770b-ebee-4fe4-a387-cf6938eef6b7" providerId="ADAL" clId="{20257825-19D4-4B60-AD69-6321D59740AD}" dt="2025-01-09T11:54:06.094" v="456" actId="478"/>
          <ac:spMkLst>
            <pc:docMk/>
            <pc:sldMk cId="4138507368" sldId="3078"/>
            <ac:spMk id="176" creationId="{5D86CDE1-4C21-4119-8910-C977C90DCAF8}"/>
          </ac:spMkLst>
        </pc:spChg>
        <pc:spChg chg="del">
          <ac:chgData name="Fang, Wei" userId="5b14770b-ebee-4fe4-a387-cf6938eef6b7" providerId="ADAL" clId="{20257825-19D4-4B60-AD69-6321D59740AD}" dt="2025-01-09T11:54:06.094" v="456" actId="478"/>
          <ac:spMkLst>
            <pc:docMk/>
            <pc:sldMk cId="4138507368" sldId="3078"/>
            <ac:spMk id="177" creationId="{248D0250-A9D3-4FD7-90DE-4687EC0BD2A4}"/>
          </ac:spMkLst>
        </pc:spChg>
        <pc:spChg chg="del">
          <ac:chgData name="Fang, Wei" userId="5b14770b-ebee-4fe4-a387-cf6938eef6b7" providerId="ADAL" clId="{20257825-19D4-4B60-AD69-6321D59740AD}" dt="2025-01-09T11:54:06.094" v="456" actId="478"/>
          <ac:spMkLst>
            <pc:docMk/>
            <pc:sldMk cId="4138507368" sldId="3078"/>
            <ac:spMk id="178" creationId="{CDAA9202-1137-48D5-9040-22E4779A2A4E}"/>
          </ac:spMkLst>
        </pc:spChg>
        <pc:spChg chg="del">
          <ac:chgData name="Fang, Wei" userId="5b14770b-ebee-4fe4-a387-cf6938eef6b7" providerId="ADAL" clId="{20257825-19D4-4B60-AD69-6321D59740AD}" dt="2025-01-09T11:54:06.094" v="456" actId="478"/>
          <ac:spMkLst>
            <pc:docMk/>
            <pc:sldMk cId="4138507368" sldId="3078"/>
            <ac:spMk id="181" creationId="{8B771999-92A3-4006-AE6C-93574DEDC698}"/>
          </ac:spMkLst>
        </pc:spChg>
        <pc:spChg chg="del">
          <ac:chgData name="Fang, Wei" userId="5b14770b-ebee-4fe4-a387-cf6938eef6b7" providerId="ADAL" clId="{20257825-19D4-4B60-AD69-6321D59740AD}" dt="2025-01-09T11:54:06.094" v="456" actId="478"/>
          <ac:spMkLst>
            <pc:docMk/>
            <pc:sldMk cId="4138507368" sldId="3078"/>
            <ac:spMk id="183" creationId="{92693AFF-DC03-405C-AF8C-C1BCB00BCDEE}"/>
          </ac:spMkLst>
        </pc:spChg>
        <pc:spChg chg="del">
          <ac:chgData name="Fang, Wei" userId="5b14770b-ebee-4fe4-a387-cf6938eef6b7" providerId="ADAL" clId="{20257825-19D4-4B60-AD69-6321D59740AD}" dt="2025-01-09T11:54:06.094" v="456" actId="478"/>
          <ac:spMkLst>
            <pc:docMk/>
            <pc:sldMk cId="4138507368" sldId="3078"/>
            <ac:spMk id="185" creationId="{8983506D-3A1F-4E04-B1CF-48838C253749}"/>
          </ac:spMkLst>
        </pc:spChg>
        <pc:spChg chg="del">
          <ac:chgData name="Fang, Wei" userId="5b14770b-ebee-4fe4-a387-cf6938eef6b7" providerId="ADAL" clId="{20257825-19D4-4B60-AD69-6321D59740AD}" dt="2025-01-09T11:54:06.094" v="456" actId="478"/>
          <ac:spMkLst>
            <pc:docMk/>
            <pc:sldMk cId="4138507368" sldId="3078"/>
            <ac:spMk id="186" creationId="{3C3CC2CD-4D61-4136-AE75-D11AFC1A9145}"/>
          </ac:spMkLst>
        </pc:spChg>
        <pc:spChg chg="add">
          <ac:chgData name="Fang, Wei" userId="5b14770b-ebee-4fe4-a387-cf6938eef6b7" providerId="ADAL" clId="{20257825-19D4-4B60-AD69-6321D59740AD}" dt="2025-01-09T11:54:07.280" v="457"/>
          <ac:spMkLst>
            <pc:docMk/>
            <pc:sldMk cId="4138507368" sldId="3078"/>
            <ac:spMk id="188" creationId="{8407719D-8F45-4A90-8BC0-2F471D9FF724}"/>
          </ac:spMkLst>
        </pc:spChg>
        <pc:spChg chg="del mod">
          <ac:chgData name="Fang, Wei" userId="5b14770b-ebee-4fe4-a387-cf6938eef6b7" providerId="ADAL" clId="{20257825-19D4-4B60-AD69-6321D59740AD}" dt="2025-01-09T11:54:06.094" v="456" actId="478"/>
          <ac:spMkLst>
            <pc:docMk/>
            <pc:sldMk cId="4138507368" sldId="3078"/>
            <ac:spMk id="193" creationId="{8B9C2139-FDA0-4A22-BCE7-92E6C3CBFD76}"/>
          </ac:spMkLst>
        </pc:spChg>
        <pc:spChg chg="del">
          <ac:chgData name="Fang, Wei" userId="5b14770b-ebee-4fe4-a387-cf6938eef6b7" providerId="ADAL" clId="{20257825-19D4-4B60-AD69-6321D59740AD}" dt="2025-01-09T11:54:06.094" v="456" actId="478"/>
          <ac:spMkLst>
            <pc:docMk/>
            <pc:sldMk cId="4138507368" sldId="3078"/>
            <ac:spMk id="194" creationId="{6C7D0A3C-C0C6-4A1A-8657-9A92D1A472B9}"/>
          </ac:spMkLst>
        </pc:spChg>
        <pc:spChg chg="del">
          <ac:chgData name="Fang, Wei" userId="5b14770b-ebee-4fe4-a387-cf6938eef6b7" providerId="ADAL" clId="{20257825-19D4-4B60-AD69-6321D59740AD}" dt="2025-01-09T11:54:06.094" v="456" actId="478"/>
          <ac:spMkLst>
            <pc:docMk/>
            <pc:sldMk cId="4138507368" sldId="3078"/>
            <ac:spMk id="195" creationId="{6AD05E12-48DD-4827-97EE-A0EDF3BC191A}"/>
          </ac:spMkLst>
        </pc:spChg>
        <pc:spChg chg="del">
          <ac:chgData name="Fang, Wei" userId="5b14770b-ebee-4fe4-a387-cf6938eef6b7" providerId="ADAL" clId="{20257825-19D4-4B60-AD69-6321D59740AD}" dt="2025-01-09T11:54:06.094" v="456" actId="478"/>
          <ac:spMkLst>
            <pc:docMk/>
            <pc:sldMk cId="4138507368" sldId="3078"/>
            <ac:spMk id="196" creationId="{AA81A5DC-CB8A-4B7C-9083-53BBCB615032}"/>
          </ac:spMkLst>
        </pc:spChg>
        <pc:spChg chg="del">
          <ac:chgData name="Fang, Wei" userId="5b14770b-ebee-4fe4-a387-cf6938eef6b7" providerId="ADAL" clId="{20257825-19D4-4B60-AD69-6321D59740AD}" dt="2025-01-09T11:54:06.094" v="456" actId="478"/>
          <ac:spMkLst>
            <pc:docMk/>
            <pc:sldMk cId="4138507368" sldId="3078"/>
            <ac:spMk id="198" creationId="{A92D5BD7-EEF2-462B-9035-157567610795}"/>
          </ac:spMkLst>
        </pc:spChg>
        <pc:spChg chg="add">
          <ac:chgData name="Fang, Wei" userId="5b14770b-ebee-4fe4-a387-cf6938eef6b7" providerId="ADAL" clId="{20257825-19D4-4B60-AD69-6321D59740AD}" dt="2025-01-09T11:54:07.280" v="457"/>
          <ac:spMkLst>
            <pc:docMk/>
            <pc:sldMk cId="4138507368" sldId="3078"/>
            <ac:spMk id="200" creationId="{312860ED-BE17-4CD0-9EDF-166E8025338F}"/>
          </ac:spMkLst>
        </pc:spChg>
        <pc:spChg chg="add">
          <ac:chgData name="Fang, Wei" userId="5b14770b-ebee-4fe4-a387-cf6938eef6b7" providerId="ADAL" clId="{20257825-19D4-4B60-AD69-6321D59740AD}" dt="2025-01-09T11:54:07.280" v="457"/>
          <ac:spMkLst>
            <pc:docMk/>
            <pc:sldMk cId="4138507368" sldId="3078"/>
            <ac:spMk id="201" creationId="{2ED5D771-ECF3-49EC-B94C-9C0A826661E8}"/>
          </ac:spMkLst>
        </pc:spChg>
        <pc:spChg chg="del mod">
          <ac:chgData name="Fang, Wei" userId="5b14770b-ebee-4fe4-a387-cf6938eef6b7" providerId="ADAL" clId="{20257825-19D4-4B60-AD69-6321D59740AD}" dt="2025-01-09T11:54:06.094" v="456" actId="478"/>
          <ac:spMkLst>
            <pc:docMk/>
            <pc:sldMk cId="4138507368" sldId="3078"/>
            <ac:spMk id="204" creationId="{C114E53C-99D9-4347-AA7C-442980986E35}"/>
          </ac:spMkLst>
        </pc:spChg>
        <pc:spChg chg="del mod">
          <ac:chgData name="Fang, Wei" userId="5b14770b-ebee-4fe4-a387-cf6938eef6b7" providerId="ADAL" clId="{20257825-19D4-4B60-AD69-6321D59740AD}" dt="2025-01-09T11:54:06.094" v="456" actId="478"/>
          <ac:spMkLst>
            <pc:docMk/>
            <pc:sldMk cId="4138507368" sldId="3078"/>
            <ac:spMk id="205" creationId="{F5478D96-C87B-4F00-BF13-F0E48CD0CD78}"/>
          </ac:spMkLst>
        </pc:spChg>
        <pc:spChg chg="add">
          <ac:chgData name="Fang, Wei" userId="5b14770b-ebee-4fe4-a387-cf6938eef6b7" providerId="ADAL" clId="{20257825-19D4-4B60-AD69-6321D59740AD}" dt="2025-01-09T11:54:07.280" v="457"/>
          <ac:spMkLst>
            <pc:docMk/>
            <pc:sldMk cId="4138507368" sldId="3078"/>
            <ac:spMk id="206" creationId="{5BCB1857-8CF0-4920-B7A8-355AA0E16841}"/>
          </ac:spMkLst>
        </pc:spChg>
        <pc:spChg chg="add">
          <ac:chgData name="Fang, Wei" userId="5b14770b-ebee-4fe4-a387-cf6938eef6b7" providerId="ADAL" clId="{20257825-19D4-4B60-AD69-6321D59740AD}" dt="2025-01-09T11:54:07.280" v="457"/>
          <ac:spMkLst>
            <pc:docMk/>
            <pc:sldMk cId="4138507368" sldId="3078"/>
            <ac:spMk id="207" creationId="{CE9ACA2D-8667-45DA-AD59-274E7ED4612A}"/>
          </ac:spMkLst>
        </pc:spChg>
        <pc:spChg chg="add">
          <ac:chgData name="Fang, Wei" userId="5b14770b-ebee-4fe4-a387-cf6938eef6b7" providerId="ADAL" clId="{20257825-19D4-4B60-AD69-6321D59740AD}" dt="2025-01-09T11:54:07.280" v="457"/>
          <ac:spMkLst>
            <pc:docMk/>
            <pc:sldMk cId="4138507368" sldId="3078"/>
            <ac:spMk id="208" creationId="{8E574AA1-BDAD-4C1E-8BA6-65475B5FF872}"/>
          </ac:spMkLst>
        </pc:spChg>
        <pc:spChg chg="add">
          <ac:chgData name="Fang, Wei" userId="5b14770b-ebee-4fe4-a387-cf6938eef6b7" providerId="ADAL" clId="{20257825-19D4-4B60-AD69-6321D59740AD}" dt="2025-01-09T11:54:07.280" v="457"/>
          <ac:spMkLst>
            <pc:docMk/>
            <pc:sldMk cId="4138507368" sldId="3078"/>
            <ac:spMk id="209" creationId="{DC867DCA-069B-4C62-8BE4-5A4076C34421}"/>
          </ac:spMkLst>
        </pc:spChg>
        <pc:spChg chg="add">
          <ac:chgData name="Fang, Wei" userId="5b14770b-ebee-4fe4-a387-cf6938eef6b7" providerId="ADAL" clId="{20257825-19D4-4B60-AD69-6321D59740AD}" dt="2025-01-09T11:54:07.280" v="457"/>
          <ac:spMkLst>
            <pc:docMk/>
            <pc:sldMk cId="4138507368" sldId="3078"/>
            <ac:spMk id="210" creationId="{10E25CCF-4FC6-41B9-AB06-0323B8305875}"/>
          </ac:spMkLst>
        </pc:spChg>
        <pc:spChg chg="add">
          <ac:chgData name="Fang, Wei" userId="5b14770b-ebee-4fe4-a387-cf6938eef6b7" providerId="ADAL" clId="{20257825-19D4-4B60-AD69-6321D59740AD}" dt="2025-01-09T11:54:07.280" v="457"/>
          <ac:spMkLst>
            <pc:docMk/>
            <pc:sldMk cId="4138507368" sldId="3078"/>
            <ac:spMk id="211" creationId="{A8C5854C-3A05-4D49-85FD-FB456E00FF50}"/>
          </ac:spMkLst>
        </pc:spChg>
        <pc:spChg chg="add">
          <ac:chgData name="Fang, Wei" userId="5b14770b-ebee-4fe4-a387-cf6938eef6b7" providerId="ADAL" clId="{20257825-19D4-4B60-AD69-6321D59740AD}" dt="2025-01-09T11:54:07.280" v="457"/>
          <ac:spMkLst>
            <pc:docMk/>
            <pc:sldMk cId="4138507368" sldId="3078"/>
            <ac:spMk id="212" creationId="{248036AC-1BA1-44A6-8F61-3C83B0E1499F}"/>
          </ac:spMkLst>
        </pc:spChg>
        <pc:spChg chg="add">
          <ac:chgData name="Fang, Wei" userId="5b14770b-ebee-4fe4-a387-cf6938eef6b7" providerId="ADAL" clId="{20257825-19D4-4B60-AD69-6321D59740AD}" dt="2025-01-09T11:54:07.280" v="457"/>
          <ac:spMkLst>
            <pc:docMk/>
            <pc:sldMk cId="4138507368" sldId="3078"/>
            <ac:spMk id="213" creationId="{54491162-6C32-4198-BB37-79800BA630B0}"/>
          </ac:spMkLst>
        </pc:spChg>
        <pc:spChg chg="add">
          <ac:chgData name="Fang, Wei" userId="5b14770b-ebee-4fe4-a387-cf6938eef6b7" providerId="ADAL" clId="{20257825-19D4-4B60-AD69-6321D59740AD}" dt="2025-01-09T11:54:07.280" v="457"/>
          <ac:spMkLst>
            <pc:docMk/>
            <pc:sldMk cId="4138507368" sldId="3078"/>
            <ac:spMk id="214" creationId="{86E863F8-8135-4F32-8678-DE305A3BD0F6}"/>
          </ac:spMkLst>
        </pc:spChg>
        <pc:spChg chg="add">
          <ac:chgData name="Fang, Wei" userId="5b14770b-ebee-4fe4-a387-cf6938eef6b7" providerId="ADAL" clId="{20257825-19D4-4B60-AD69-6321D59740AD}" dt="2025-01-09T11:54:07.280" v="457"/>
          <ac:spMkLst>
            <pc:docMk/>
            <pc:sldMk cId="4138507368" sldId="3078"/>
            <ac:spMk id="215" creationId="{6A48740D-35E2-44FC-8AD6-485F2D68A9C1}"/>
          </ac:spMkLst>
        </pc:spChg>
        <pc:spChg chg="add">
          <ac:chgData name="Fang, Wei" userId="5b14770b-ebee-4fe4-a387-cf6938eef6b7" providerId="ADAL" clId="{20257825-19D4-4B60-AD69-6321D59740AD}" dt="2025-01-09T11:54:07.280" v="457"/>
          <ac:spMkLst>
            <pc:docMk/>
            <pc:sldMk cId="4138507368" sldId="3078"/>
            <ac:spMk id="217" creationId="{9FC81758-00D9-43BC-9FE9-622ACA622F5A}"/>
          </ac:spMkLst>
        </pc:spChg>
        <pc:spChg chg="add">
          <ac:chgData name="Fang, Wei" userId="5b14770b-ebee-4fe4-a387-cf6938eef6b7" providerId="ADAL" clId="{20257825-19D4-4B60-AD69-6321D59740AD}" dt="2025-01-09T11:54:07.280" v="457"/>
          <ac:spMkLst>
            <pc:docMk/>
            <pc:sldMk cId="4138507368" sldId="3078"/>
            <ac:spMk id="218" creationId="{8CE021ED-B9B0-49DA-BA97-98F078A2E242}"/>
          </ac:spMkLst>
        </pc:spChg>
        <pc:spChg chg="add">
          <ac:chgData name="Fang, Wei" userId="5b14770b-ebee-4fe4-a387-cf6938eef6b7" providerId="ADAL" clId="{20257825-19D4-4B60-AD69-6321D59740AD}" dt="2025-01-09T11:54:07.280" v="457"/>
          <ac:spMkLst>
            <pc:docMk/>
            <pc:sldMk cId="4138507368" sldId="3078"/>
            <ac:spMk id="219" creationId="{A30DAC94-042A-44A3-92D7-591A4A6A763D}"/>
          </ac:spMkLst>
        </pc:spChg>
        <pc:spChg chg="add">
          <ac:chgData name="Fang, Wei" userId="5b14770b-ebee-4fe4-a387-cf6938eef6b7" providerId="ADAL" clId="{20257825-19D4-4B60-AD69-6321D59740AD}" dt="2025-01-09T11:54:07.280" v="457"/>
          <ac:spMkLst>
            <pc:docMk/>
            <pc:sldMk cId="4138507368" sldId="3078"/>
            <ac:spMk id="221" creationId="{3AEFB463-A0FB-4562-80D7-DBFEE8FC3A4B}"/>
          </ac:spMkLst>
        </pc:spChg>
        <pc:spChg chg="add">
          <ac:chgData name="Fang, Wei" userId="5b14770b-ebee-4fe4-a387-cf6938eef6b7" providerId="ADAL" clId="{20257825-19D4-4B60-AD69-6321D59740AD}" dt="2025-01-09T11:54:07.280" v="457"/>
          <ac:spMkLst>
            <pc:docMk/>
            <pc:sldMk cId="4138507368" sldId="3078"/>
            <ac:spMk id="223" creationId="{2B4CC263-A79D-4AD2-BAFC-C4FF198C6777}"/>
          </ac:spMkLst>
        </pc:spChg>
        <pc:spChg chg="add">
          <ac:chgData name="Fang, Wei" userId="5b14770b-ebee-4fe4-a387-cf6938eef6b7" providerId="ADAL" clId="{20257825-19D4-4B60-AD69-6321D59740AD}" dt="2025-01-09T11:54:07.280" v="457"/>
          <ac:spMkLst>
            <pc:docMk/>
            <pc:sldMk cId="4138507368" sldId="3078"/>
            <ac:spMk id="224" creationId="{CBF7B291-E6E7-40B7-8D42-7626C5CD921E}"/>
          </ac:spMkLst>
        </pc:spChg>
        <pc:spChg chg="add">
          <ac:chgData name="Fang, Wei" userId="5b14770b-ebee-4fe4-a387-cf6938eef6b7" providerId="ADAL" clId="{20257825-19D4-4B60-AD69-6321D59740AD}" dt="2025-01-09T11:54:07.280" v="457"/>
          <ac:spMkLst>
            <pc:docMk/>
            <pc:sldMk cId="4138507368" sldId="3078"/>
            <ac:spMk id="227" creationId="{AE8C9AAC-D528-44D6-9478-8FBED0582076}"/>
          </ac:spMkLst>
        </pc:spChg>
        <pc:spChg chg="add">
          <ac:chgData name="Fang, Wei" userId="5b14770b-ebee-4fe4-a387-cf6938eef6b7" providerId="ADAL" clId="{20257825-19D4-4B60-AD69-6321D59740AD}" dt="2025-01-09T11:54:07.280" v="457"/>
          <ac:spMkLst>
            <pc:docMk/>
            <pc:sldMk cId="4138507368" sldId="3078"/>
            <ac:spMk id="229" creationId="{030F93E7-29FA-4B53-84FA-CDC03CB382D9}"/>
          </ac:spMkLst>
        </pc:spChg>
        <pc:spChg chg="add">
          <ac:chgData name="Fang, Wei" userId="5b14770b-ebee-4fe4-a387-cf6938eef6b7" providerId="ADAL" clId="{20257825-19D4-4B60-AD69-6321D59740AD}" dt="2025-01-09T11:54:07.280" v="457"/>
          <ac:spMkLst>
            <pc:docMk/>
            <pc:sldMk cId="4138507368" sldId="3078"/>
            <ac:spMk id="230" creationId="{6D8B15EC-83DE-4D5B-9C82-5C3F6C49F336}"/>
          </ac:spMkLst>
        </pc:spChg>
        <pc:spChg chg="add">
          <ac:chgData name="Fang, Wei" userId="5b14770b-ebee-4fe4-a387-cf6938eef6b7" providerId="ADAL" clId="{20257825-19D4-4B60-AD69-6321D59740AD}" dt="2025-01-09T11:54:07.280" v="457"/>
          <ac:spMkLst>
            <pc:docMk/>
            <pc:sldMk cId="4138507368" sldId="3078"/>
            <ac:spMk id="231" creationId="{9F54FF04-1B6D-4152-95AC-D752CCCB7C5E}"/>
          </ac:spMkLst>
        </pc:spChg>
        <pc:spChg chg="add">
          <ac:chgData name="Fang, Wei" userId="5b14770b-ebee-4fe4-a387-cf6938eef6b7" providerId="ADAL" clId="{20257825-19D4-4B60-AD69-6321D59740AD}" dt="2025-01-09T11:54:07.280" v="457"/>
          <ac:spMkLst>
            <pc:docMk/>
            <pc:sldMk cId="4138507368" sldId="3078"/>
            <ac:spMk id="233" creationId="{68FBEE54-E6B4-47AA-AD76-0082C01A2BE2}"/>
          </ac:spMkLst>
        </pc:spChg>
        <pc:spChg chg="add">
          <ac:chgData name="Fang, Wei" userId="5b14770b-ebee-4fe4-a387-cf6938eef6b7" providerId="ADAL" clId="{20257825-19D4-4B60-AD69-6321D59740AD}" dt="2025-01-09T11:54:07.280" v="457"/>
          <ac:spMkLst>
            <pc:docMk/>
            <pc:sldMk cId="4138507368" sldId="3078"/>
            <ac:spMk id="236" creationId="{0C2F9C0A-C185-4B11-A20A-FC5FBB9D525F}"/>
          </ac:spMkLst>
        </pc:spChg>
        <pc:spChg chg="add">
          <ac:chgData name="Fang, Wei" userId="5b14770b-ebee-4fe4-a387-cf6938eef6b7" providerId="ADAL" clId="{20257825-19D4-4B60-AD69-6321D59740AD}" dt="2025-01-09T11:54:07.280" v="457"/>
          <ac:spMkLst>
            <pc:docMk/>
            <pc:sldMk cId="4138507368" sldId="3078"/>
            <ac:spMk id="237" creationId="{DA7BFE54-EA95-48A5-AE57-FEDCF3E1BFF3}"/>
          </ac:spMkLst>
        </pc:spChg>
        <pc:spChg chg="add">
          <ac:chgData name="Fang, Wei" userId="5b14770b-ebee-4fe4-a387-cf6938eef6b7" providerId="ADAL" clId="{20257825-19D4-4B60-AD69-6321D59740AD}" dt="2025-01-09T11:54:07.280" v="457"/>
          <ac:spMkLst>
            <pc:docMk/>
            <pc:sldMk cId="4138507368" sldId="3078"/>
            <ac:spMk id="238" creationId="{48B3EFC2-2976-4894-A022-5B759FA0D3D6}"/>
          </ac:spMkLst>
        </pc:spChg>
        <pc:spChg chg="add">
          <ac:chgData name="Fang, Wei" userId="5b14770b-ebee-4fe4-a387-cf6938eef6b7" providerId="ADAL" clId="{20257825-19D4-4B60-AD69-6321D59740AD}" dt="2025-01-09T11:54:07.280" v="457"/>
          <ac:spMkLst>
            <pc:docMk/>
            <pc:sldMk cId="4138507368" sldId="3078"/>
            <ac:spMk id="239" creationId="{38174517-74A2-4AE2-967D-A4B5D2B70771}"/>
          </ac:spMkLst>
        </pc:spChg>
        <pc:spChg chg="add">
          <ac:chgData name="Fang, Wei" userId="5b14770b-ebee-4fe4-a387-cf6938eef6b7" providerId="ADAL" clId="{20257825-19D4-4B60-AD69-6321D59740AD}" dt="2025-01-09T11:54:07.280" v="457"/>
          <ac:spMkLst>
            <pc:docMk/>
            <pc:sldMk cId="4138507368" sldId="3078"/>
            <ac:spMk id="242" creationId="{4E19F3E3-7301-4983-BC58-C2D4193A9E37}"/>
          </ac:spMkLst>
        </pc:spChg>
        <pc:spChg chg="add">
          <ac:chgData name="Fang, Wei" userId="5b14770b-ebee-4fe4-a387-cf6938eef6b7" providerId="ADAL" clId="{20257825-19D4-4B60-AD69-6321D59740AD}" dt="2025-01-09T11:54:07.280" v="457"/>
          <ac:spMkLst>
            <pc:docMk/>
            <pc:sldMk cId="4138507368" sldId="3078"/>
            <ac:spMk id="246" creationId="{ACEE34B4-DC04-48E2-8FD2-2656FE1FA3F2}"/>
          </ac:spMkLst>
        </pc:spChg>
        <pc:spChg chg="add">
          <ac:chgData name="Fang, Wei" userId="5b14770b-ebee-4fe4-a387-cf6938eef6b7" providerId="ADAL" clId="{20257825-19D4-4B60-AD69-6321D59740AD}" dt="2025-01-09T11:54:07.280" v="457"/>
          <ac:spMkLst>
            <pc:docMk/>
            <pc:sldMk cId="4138507368" sldId="3078"/>
            <ac:spMk id="249" creationId="{51DC50E3-1D0C-4682-A56D-CE72D4C0AF8B}"/>
          </ac:spMkLst>
        </pc:spChg>
        <pc:spChg chg="add">
          <ac:chgData name="Fang, Wei" userId="5b14770b-ebee-4fe4-a387-cf6938eef6b7" providerId="ADAL" clId="{20257825-19D4-4B60-AD69-6321D59740AD}" dt="2025-01-09T11:54:07.280" v="457"/>
          <ac:spMkLst>
            <pc:docMk/>
            <pc:sldMk cId="4138507368" sldId="3078"/>
            <ac:spMk id="251" creationId="{FDC9F775-8702-4458-9FA1-7D4CB1CD19C6}"/>
          </ac:spMkLst>
        </pc:spChg>
        <pc:spChg chg="add">
          <ac:chgData name="Fang, Wei" userId="5b14770b-ebee-4fe4-a387-cf6938eef6b7" providerId="ADAL" clId="{20257825-19D4-4B60-AD69-6321D59740AD}" dt="2025-01-09T11:54:07.280" v="457"/>
          <ac:spMkLst>
            <pc:docMk/>
            <pc:sldMk cId="4138507368" sldId="3078"/>
            <ac:spMk id="253" creationId="{8E4A6673-976B-4F1D-9FAC-951BA4F23DCE}"/>
          </ac:spMkLst>
        </pc:spChg>
        <pc:spChg chg="add">
          <ac:chgData name="Fang, Wei" userId="5b14770b-ebee-4fe4-a387-cf6938eef6b7" providerId="ADAL" clId="{20257825-19D4-4B60-AD69-6321D59740AD}" dt="2025-01-09T11:54:07.280" v="457"/>
          <ac:spMkLst>
            <pc:docMk/>
            <pc:sldMk cId="4138507368" sldId="3078"/>
            <ac:spMk id="255" creationId="{329059B2-DD01-4208-90E7-63AAF338906D}"/>
          </ac:spMkLst>
        </pc:spChg>
        <pc:spChg chg="add">
          <ac:chgData name="Fang, Wei" userId="5b14770b-ebee-4fe4-a387-cf6938eef6b7" providerId="ADAL" clId="{20257825-19D4-4B60-AD69-6321D59740AD}" dt="2025-01-09T11:54:07.280" v="457"/>
          <ac:spMkLst>
            <pc:docMk/>
            <pc:sldMk cId="4138507368" sldId="3078"/>
            <ac:spMk id="257" creationId="{A5AF20D3-1709-4C52-8459-0F6B21E51F7F}"/>
          </ac:spMkLst>
        </pc:spChg>
        <pc:spChg chg="add">
          <ac:chgData name="Fang, Wei" userId="5b14770b-ebee-4fe4-a387-cf6938eef6b7" providerId="ADAL" clId="{20257825-19D4-4B60-AD69-6321D59740AD}" dt="2025-01-09T11:54:07.280" v="457"/>
          <ac:spMkLst>
            <pc:docMk/>
            <pc:sldMk cId="4138507368" sldId="3078"/>
            <ac:spMk id="259" creationId="{0CE01B9A-297D-4169-A339-596DCC63A6AF}"/>
          </ac:spMkLst>
        </pc:spChg>
        <pc:spChg chg="add">
          <ac:chgData name="Fang, Wei" userId="5b14770b-ebee-4fe4-a387-cf6938eef6b7" providerId="ADAL" clId="{20257825-19D4-4B60-AD69-6321D59740AD}" dt="2025-01-09T11:54:07.280" v="457"/>
          <ac:spMkLst>
            <pc:docMk/>
            <pc:sldMk cId="4138507368" sldId="3078"/>
            <ac:spMk id="265" creationId="{08D839F3-D2D4-404C-8A8E-3481E4BC90B9}"/>
          </ac:spMkLst>
        </pc:spChg>
        <pc:spChg chg="add">
          <ac:chgData name="Fang, Wei" userId="5b14770b-ebee-4fe4-a387-cf6938eef6b7" providerId="ADAL" clId="{20257825-19D4-4B60-AD69-6321D59740AD}" dt="2025-01-09T11:54:07.280" v="457"/>
          <ac:spMkLst>
            <pc:docMk/>
            <pc:sldMk cId="4138507368" sldId="3078"/>
            <ac:spMk id="266" creationId="{434BBED4-1781-4076-A5E0-A3F1219ADC66}"/>
          </ac:spMkLst>
        </pc:spChg>
        <pc:spChg chg="add">
          <ac:chgData name="Fang, Wei" userId="5b14770b-ebee-4fe4-a387-cf6938eef6b7" providerId="ADAL" clId="{20257825-19D4-4B60-AD69-6321D59740AD}" dt="2025-01-09T11:54:07.280" v="457"/>
          <ac:spMkLst>
            <pc:docMk/>
            <pc:sldMk cId="4138507368" sldId="3078"/>
            <ac:spMk id="267" creationId="{6767B260-CCCD-4755-81E4-C549333F2409}"/>
          </ac:spMkLst>
        </pc:spChg>
        <pc:spChg chg="add">
          <ac:chgData name="Fang, Wei" userId="5b14770b-ebee-4fe4-a387-cf6938eef6b7" providerId="ADAL" clId="{20257825-19D4-4B60-AD69-6321D59740AD}" dt="2025-01-09T11:54:07.280" v="457"/>
          <ac:spMkLst>
            <pc:docMk/>
            <pc:sldMk cId="4138507368" sldId="3078"/>
            <ac:spMk id="268" creationId="{38C9427E-8A17-45BE-A95A-0FEEB0DC8566}"/>
          </ac:spMkLst>
        </pc:spChg>
        <pc:spChg chg="add">
          <ac:chgData name="Fang, Wei" userId="5b14770b-ebee-4fe4-a387-cf6938eef6b7" providerId="ADAL" clId="{20257825-19D4-4B60-AD69-6321D59740AD}" dt="2025-01-09T11:54:07.280" v="457"/>
          <ac:spMkLst>
            <pc:docMk/>
            <pc:sldMk cId="4138507368" sldId="3078"/>
            <ac:spMk id="269" creationId="{4E342325-0297-4376-A1D4-7C0D325B2378}"/>
          </ac:spMkLst>
        </pc:spChg>
        <pc:spChg chg="add">
          <ac:chgData name="Fang, Wei" userId="5b14770b-ebee-4fe4-a387-cf6938eef6b7" providerId="ADAL" clId="{20257825-19D4-4B60-AD69-6321D59740AD}" dt="2025-01-09T11:54:07.280" v="457"/>
          <ac:spMkLst>
            <pc:docMk/>
            <pc:sldMk cId="4138507368" sldId="3078"/>
            <ac:spMk id="270" creationId="{43C01028-BC40-4BBF-8A6F-49050CBD8529}"/>
          </ac:spMkLst>
        </pc:spChg>
        <pc:spChg chg="add">
          <ac:chgData name="Fang, Wei" userId="5b14770b-ebee-4fe4-a387-cf6938eef6b7" providerId="ADAL" clId="{20257825-19D4-4B60-AD69-6321D59740AD}" dt="2025-01-09T11:54:07.280" v="457"/>
          <ac:spMkLst>
            <pc:docMk/>
            <pc:sldMk cId="4138507368" sldId="3078"/>
            <ac:spMk id="271" creationId="{AA2D039C-0200-4123-B16A-3F465E6F3C7C}"/>
          </ac:spMkLst>
        </pc:spChg>
        <pc:spChg chg="add">
          <ac:chgData name="Fang, Wei" userId="5b14770b-ebee-4fe4-a387-cf6938eef6b7" providerId="ADAL" clId="{20257825-19D4-4B60-AD69-6321D59740AD}" dt="2025-01-09T11:54:07.280" v="457"/>
          <ac:spMkLst>
            <pc:docMk/>
            <pc:sldMk cId="4138507368" sldId="3078"/>
            <ac:spMk id="272" creationId="{B9F0DD4A-1C73-482B-8CC3-C887045BA33A}"/>
          </ac:spMkLst>
        </pc:spChg>
        <pc:spChg chg="add">
          <ac:chgData name="Fang, Wei" userId="5b14770b-ebee-4fe4-a387-cf6938eef6b7" providerId="ADAL" clId="{20257825-19D4-4B60-AD69-6321D59740AD}" dt="2025-01-09T11:54:07.280" v="457"/>
          <ac:spMkLst>
            <pc:docMk/>
            <pc:sldMk cId="4138507368" sldId="3078"/>
            <ac:spMk id="273" creationId="{02925E49-243D-4FB3-9153-9A612218BB34}"/>
          </ac:spMkLst>
        </pc:spChg>
        <pc:spChg chg="add">
          <ac:chgData name="Fang, Wei" userId="5b14770b-ebee-4fe4-a387-cf6938eef6b7" providerId="ADAL" clId="{20257825-19D4-4B60-AD69-6321D59740AD}" dt="2025-01-09T11:54:07.280" v="457"/>
          <ac:spMkLst>
            <pc:docMk/>
            <pc:sldMk cId="4138507368" sldId="3078"/>
            <ac:spMk id="274" creationId="{51DCB8B6-A719-4F69-BD1F-4B46075F2868}"/>
          </ac:spMkLst>
        </pc:spChg>
        <pc:spChg chg="add">
          <ac:chgData name="Fang, Wei" userId="5b14770b-ebee-4fe4-a387-cf6938eef6b7" providerId="ADAL" clId="{20257825-19D4-4B60-AD69-6321D59740AD}" dt="2025-01-09T11:54:07.280" v="457"/>
          <ac:spMkLst>
            <pc:docMk/>
            <pc:sldMk cId="4138507368" sldId="3078"/>
            <ac:spMk id="275" creationId="{4E374CEA-50DE-42BB-9314-13D69E73C06A}"/>
          </ac:spMkLst>
        </pc:spChg>
        <pc:spChg chg="add">
          <ac:chgData name="Fang, Wei" userId="5b14770b-ebee-4fe4-a387-cf6938eef6b7" providerId="ADAL" clId="{20257825-19D4-4B60-AD69-6321D59740AD}" dt="2025-01-09T11:54:07.280" v="457"/>
          <ac:spMkLst>
            <pc:docMk/>
            <pc:sldMk cId="4138507368" sldId="3078"/>
            <ac:spMk id="276" creationId="{3D2EBFC1-40D6-44FD-B9B4-768364AEB9CB}"/>
          </ac:spMkLst>
        </pc:spChg>
        <pc:spChg chg="add">
          <ac:chgData name="Fang, Wei" userId="5b14770b-ebee-4fe4-a387-cf6938eef6b7" providerId="ADAL" clId="{20257825-19D4-4B60-AD69-6321D59740AD}" dt="2025-01-09T11:54:07.280" v="457"/>
          <ac:spMkLst>
            <pc:docMk/>
            <pc:sldMk cId="4138507368" sldId="3078"/>
            <ac:spMk id="278" creationId="{0DCD50B3-E974-4AF6-8F11-55C9A0FEA9C5}"/>
          </ac:spMkLst>
        </pc:spChg>
        <pc:spChg chg="add">
          <ac:chgData name="Fang, Wei" userId="5b14770b-ebee-4fe4-a387-cf6938eef6b7" providerId="ADAL" clId="{20257825-19D4-4B60-AD69-6321D59740AD}" dt="2025-01-09T11:54:07.280" v="457"/>
          <ac:spMkLst>
            <pc:docMk/>
            <pc:sldMk cId="4138507368" sldId="3078"/>
            <ac:spMk id="282" creationId="{84EF470B-F960-47C4-9A2A-E10209F14794}"/>
          </ac:spMkLst>
        </pc:spChg>
        <pc:spChg chg="add">
          <ac:chgData name="Fang, Wei" userId="5b14770b-ebee-4fe4-a387-cf6938eef6b7" providerId="ADAL" clId="{20257825-19D4-4B60-AD69-6321D59740AD}" dt="2025-01-09T11:54:07.280" v="457"/>
          <ac:spMkLst>
            <pc:docMk/>
            <pc:sldMk cId="4138507368" sldId="3078"/>
            <ac:spMk id="283" creationId="{760196E4-A8BE-44CE-BB69-40262409183E}"/>
          </ac:spMkLst>
        </pc:spChg>
        <pc:spChg chg="add">
          <ac:chgData name="Fang, Wei" userId="5b14770b-ebee-4fe4-a387-cf6938eef6b7" providerId="ADAL" clId="{20257825-19D4-4B60-AD69-6321D59740AD}" dt="2025-01-09T11:54:07.280" v="457"/>
          <ac:spMkLst>
            <pc:docMk/>
            <pc:sldMk cId="4138507368" sldId="3078"/>
            <ac:spMk id="284" creationId="{B5AD93F6-2A20-4262-9711-C4F81B6B01A5}"/>
          </ac:spMkLst>
        </pc:spChg>
        <pc:spChg chg="add del">
          <ac:chgData name="Fang, Wei" userId="5b14770b-ebee-4fe4-a387-cf6938eef6b7" providerId="ADAL" clId="{20257825-19D4-4B60-AD69-6321D59740AD}" dt="2025-01-13T10:13:43.488" v="1182" actId="478"/>
          <ac:spMkLst>
            <pc:docMk/>
            <pc:sldMk cId="4138507368" sldId="3078"/>
            <ac:spMk id="285" creationId="{2BD4A4D5-A493-4CF7-B3AC-9DC7F5DD4E37}"/>
          </ac:spMkLst>
        </pc:spChg>
        <pc:spChg chg="add">
          <ac:chgData name="Fang, Wei" userId="5b14770b-ebee-4fe4-a387-cf6938eef6b7" providerId="ADAL" clId="{20257825-19D4-4B60-AD69-6321D59740AD}" dt="2025-01-09T11:54:07.280" v="457"/>
          <ac:spMkLst>
            <pc:docMk/>
            <pc:sldMk cId="4138507368" sldId="3078"/>
            <ac:spMk id="286" creationId="{65552016-06AC-4ECC-B724-03BF7CC4B7A4}"/>
          </ac:spMkLst>
        </pc:spChg>
        <pc:spChg chg="add">
          <ac:chgData name="Fang, Wei" userId="5b14770b-ebee-4fe4-a387-cf6938eef6b7" providerId="ADAL" clId="{20257825-19D4-4B60-AD69-6321D59740AD}" dt="2025-01-09T11:54:07.280" v="457"/>
          <ac:spMkLst>
            <pc:docMk/>
            <pc:sldMk cId="4138507368" sldId="3078"/>
            <ac:spMk id="289" creationId="{9F6AC6C7-A6A7-4012-8A8A-0E73C40C6C35}"/>
          </ac:spMkLst>
        </pc:spChg>
        <pc:spChg chg="add mod">
          <ac:chgData name="Fang, Wei" userId="5b14770b-ebee-4fe4-a387-cf6938eef6b7" providerId="ADAL" clId="{20257825-19D4-4B60-AD69-6321D59740AD}" dt="2025-01-09T11:54:59.950" v="462" actId="6549"/>
          <ac:spMkLst>
            <pc:docMk/>
            <pc:sldMk cId="4138507368" sldId="3078"/>
            <ac:spMk id="291" creationId="{6C0856EA-8865-458C-BA94-6387D8A1E209}"/>
          </ac:spMkLst>
        </pc:spChg>
        <pc:spChg chg="add">
          <ac:chgData name="Fang, Wei" userId="5b14770b-ebee-4fe4-a387-cf6938eef6b7" providerId="ADAL" clId="{20257825-19D4-4B60-AD69-6321D59740AD}" dt="2025-01-09T11:54:07.280" v="457"/>
          <ac:spMkLst>
            <pc:docMk/>
            <pc:sldMk cId="4138507368" sldId="3078"/>
            <ac:spMk id="293" creationId="{33BD2266-4F1B-4EA3-9380-898CD774C3B8}"/>
          </ac:spMkLst>
        </pc:spChg>
        <pc:spChg chg="add">
          <ac:chgData name="Fang, Wei" userId="5b14770b-ebee-4fe4-a387-cf6938eef6b7" providerId="ADAL" clId="{20257825-19D4-4B60-AD69-6321D59740AD}" dt="2025-01-09T11:54:07.280" v="457"/>
          <ac:spMkLst>
            <pc:docMk/>
            <pc:sldMk cId="4138507368" sldId="3078"/>
            <ac:spMk id="294" creationId="{8101E49F-1464-4E3E-93C4-D25FDB0D19CD}"/>
          </ac:spMkLst>
        </pc:spChg>
        <pc:spChg chg="add del">
          <ac:chgData name="Fang, Wei" userId="5b14770b-ebee-4fe4-a387-cf6938eef6b7" providerId="ADAL" clId="{20257825-19D4-4B60-AD69-6321D59740AD}" dt="2025-01-13T10:13:39.259" v="1179" actId="478"/>
          <ac:spMkLst>
            <pc:docMk/>
            <pc:sldMk cId="4138507368" sldId="3078"/>
            <ac:spMk id="300" creationId="{BDACB019-37E3-4EFB-8105-5B932B9AAFE7}"/>
          </ac:spMkLst>
        </pc:spChg>
        <pc:spChg chg="add">
          <ac:chgData name="Fang, Wei" userId="5b14770b-ebee-4fe4-a387-cf6938eef6b7" providerId="ADAL" clId="{20257825-19D4-4B60-AD69-6321D59740AD}" dt="2025-01-09T11:54:07.280" v="457"/>
          <ac:spMkLst>
            <pc:docMk/>
            <pc:sldMk cId="4138507368" sldId="3078"/>
            <ac:spMk id="301" creationId="{7CB70BC9-AB7C-4FB3-8176-99D9532B3E6F}"/>
          </ac:spMkLst>
        </pc:spChg>
        <pc:spChg chg="add">
          <ac:chgData name="Fang, Wei" userId="5b14770b-ebee-4fe4-a387-cf6938eef6b7" providerId="ADAL" clId="{20257825-19D4-4B60-AD69-6321D59740AD}" dt="2025-01-09T11:54:07.280" v="457"/>
          <ac:spMkLst>
            <pc:docMk/>
            <pc:sldMk cId="4138507368" sldId="3078"/>
            <ac:spMk id="302" creationId="{6EB2447F-C61B-4FCB-ABF5-EFF6D8327604}"/>
          </ac:spMkLst>
        </pc:spChg>
        <pc:spChg chg="add">
          <ac:chgData name="Fang, Wei" userId="5b14770b-ebee-4fe4-a387-cf6938eef6b7" providerId="ADAL" clId="{20257825-19D4-4B60-AD69-6321D59740AD}" dt="2025-01-09T11:54:07.280" v="457"/>
          <ac:spMkLst>
            <pc:docMk/>
            <pc:sldMk cId="4138507368" sldId="3078"/>
            <ac:spMk id="303" creationId="{4B154438-7419-476E-BABB-C912E968D74E}"/>
          </ac:spMkLst>
        </pc:spChg>
        <pc:spChg chg="add">
          <ac:chgData name="Fang, Wei" userId="5b14770b-ebee-4fe4-a387-cf6938eef6b7" providerId="ADAL" clId="{20257825-19D4-4B60-AD69-6321D59740AD}" dt="2025-01-09T11:54:07.280" v="457"/>
          <ac:spMkLst>
            <pc:docMk/>
            <pc:sldMk cId="4138507368" sldId="3078"/>
            <ac:spMk id="307" creationId="{6D5A99D1-E4A8-498B-ACCC-222C76B1CD51}"/>
          </ac:spMkLst>
        </pc:spChg>
        <pc:spChg chg="add">
          <ac:chgData name="Fang, Wei" userId="5b14770b-ebee-4fe4-a387-cf6938eef6b7" providerId="ADAL" clId="{20257825-19D4-4B60-AD69-6321D59740AD}" dt="2025-01-09T11:54:07.280" v="457"/>
          <ac:spMkLst>
            <pc:docMk/>
            <pc:sldMk cId="4138507368" sldId="3078"/>
            <ac:spMk id="308" creationId="{C6BC6C9C-1140-430C-910B-10B377B463C8}"/>
          </ac:spMkLst>
        </pc:spChg>
        <pc:spChg chg="add">
          <ac:chgData name="Fang, Wei" userId="5b14770b-ebee-4fe4-a387-cf6938eef6b7" providerId="ADAL" clId="{20257825-19D4-4B60-AD69-6321D59740AD}" dt="2025-01-09T11:54:07.280" v="457"/>
          <ac:spMkLst>
            <pc:docMk/>
            <pc:sldMk cId="4138507368" sldId="3078"/>
            <ac:spMk id="309" creationId="{42A99994-9CB1-480A-A6DD-3C4C6F99C65B}"/>
          </ac:spMkLst>
        </pc:spChg>
        <pc:spChg chg="add">
          <ac:chgData name="Fang, Wei" userId="5b14770b-ebee-4fe4-a387-cf6938eef6b7" providerId="ADAL" clId="{20257825-19D4-4B60-AD69-6321D59740AD}" dt="2025-01-09T11:54:07.280" v="457"/>
          <ac:spMkLst>
            <pc:docMk/>
            <pc:sldMk cId="4138507368" sldId="3078"/>
            <ac:spMk id="310" creationId="{331C79A3-D40A-41FE-AD66-67EDBDFAF249}"/>
          </ac:spMkLst>
        </pc:spChg>
        <pc:spChg chg="add">
          <ac:chgData name="Fang, Wei" userId="5b14770b-ebee-4fe4-a387-cf6938eef6b7" providerId="ADAL" clId="{20257825-19D4-4B60-AD69-6321D59740AD}" dt="2025-01-09T11:54:07.280" v="457"/>
          <ac:spMkLst>
            <pc:docMk/>
            <pc:sldMk cId="4138507368" sldId="3078"/>
            <ac:spMk id="311" creationId="{EA7E6CAE-0380-4C83-9268-1FD4AF834EA7}"/>
          </ac:spMkLst>
        </pc:spChg>
        <pc:spChg chg="add">
          <ac:chgData name="Fang, Wei" userId="5b14770b-ebee-4fe4-a387-cf6938eef6b7" providerId="ADAL" clId="{20257825-19D4-4B60-AD69-6321D59740AD}" dt="2025-01-09T11:54:07.280" v="457"/>
          <ac:spMkLst>
            <pc:docMk/>
            <pc:sldMk cId="4138507368" sldId="3078"/>
            <ac:spMk id="312" creationId="{16FF5BDB-43CB-4A34-BD3D-D42E68CF877F}"/>
          </ac:spMkLst>
        </pc:spChg>
        <pc:spChg chg="add ord">
          <ac:chgData name="Fang, Wei" userId="5b14770b-ebee-4fe4-a387-cf6938eef6b7" providerId="ADAL" clId="{20257825-19D4-4B60-AD69-6321D59740AD}" dt="2025-01-09T11:54:31.997" v="460" actId="167"/>
          <ac:spMkLst>
            <pc:docMk/>
            <pc:sldMk cId="4138507368" sldId="3078"/>
            <ac:spMk id="313" creationId="{210481E4-A127-4410-8EF4-9E72BB3A650B}"/>
          </ac:spMkLst>
        </pc:spChg>
        <pc:spChg chg="add">
          <ac:chgData name="Fang, Wei" userId="5b14770b-ebee-4fe4-a387-cf6938eef6b7" providerId="ADAL" clId="{20257825-19D4-4B60-AD69-6321D59740AD}" dt="2025-01-09T11:54:42.369" v="461"/>
          <ac:spMkLst>
            <pc:docMk/>
            <pc:sldMk cId="4138507368" sldId="3078"/>
            <ac:spMk id="314" creationId="{D223EB79-17D5-472A-8C96-9DA104FC948B}"/>
          </ac:spMkLst>
        </pc:spChg>
        <pc:picChg chg="del">
          <ac:chgData name="Fang, Wei" userId="5b14770b-ebee-4fe4-a387-cf6938eef6b7" providerId="ADAL" clId="{20257825-19D4-4B60-AD69-6321D59740AD}" dt="2025-01-09T11:54:06.094" v="456" actId="478"/>
          <ac:picMkLst>
            <pc:docMk/>
            <pc:sldMk cId="4138507368" sldId="3078"/>
            <ac:picMk id="106" creationId="{FCA3B13F-3532-4B61-A64D-0D51ECF3EC1F}"/>
          </ac:picMkLst>
        </pc:picChg>
        <pc:picChg chg="del">
          <ac:chgData name="Fang, Wei" userId="5b14770b-ebee-4fe4-a387-cf6938eef6b7" providerId="ADAL" clId="{20257825-19D4-4B60-AD69-6321D59740AD}" dt="2025-01-09T11:54:06.094" v="456" actId="478"/>
          <ac:picMkLst>
            <pc:docMk/>
            <pc:sldMk cId="4138507368" sldId="3078"/>
            <ac:picMk id="118" creationId="{5E2C5AAF-E6C0-4985-A593-FAA7A3DD653D}"/>
          </ac:picMkLst>
        </pc:picChg>
        <pc:picChg chg="del">
          <ac:chgData name="Fang, Wei" userId="5b14770b-ebee-4fe4-a387-cf6938eef6b7" providerId="ADAL" clId="{20257825-19D4-4B60-AD69-6321D59740AD}" dt="2025-01-09T11:54:06.094" v="456" actId="478"/>
          <ac:picMkLst>
            <pc:docMk/>
            <pc:sldMk cId="4138507368" sldId="3078"/>
            <ac:picMk id="132" creationId="{BB007646-1165-49F2-974A-0DA2F92C95E9}"/>
          </ac:picMkLst>
        </pc:picChg>
        <pc:picChg chg="del">
          <ac:chgData name="Fang, Wei" userId="5b14770b-ebee-4fe4-a387-cf6938eef6b7" providerId="ADAL" clId="{20257825-19D4-4B60-AD69-6321D59740AD}" dt="2025-01-09T11:54:06.094" v="456" actId="478"/>
          <ac:picMkLst>
            <pc:docMk/>
            <pc:sldMk cId="4138507368" sldId="3078"/>
            <ac:picMk id="134" creationId="{EDBE5FD2-A8EA-46FB-98D3-930DD054DF14}"/>
          </ac:picMkLst>
        </pc:picChg>
        <pc:picChg chg="del">
          <ac:chgData name="Fang, Wei" userId="5b14770b-ebee-4fe4-a387-cf6938eef6b7" providerId="ADAL" clId="{20257825-19D4-4B60-AD69-6321D59740AD}" dt="2025-01-09T11:54:06.094" v="456" actId="478"/>
          <ac:picMkLst>
            <pc:docMk/>
            <pc:sldMk cId="4138507368" sldId="3078"/>
            <ac:picMk id="136" creationId="{4D344923-128E-4390-AE59-57F7019ABA5D}"/>
          </ac:picMkLst>
        </pc:picChg>
        <pc:picChg chg="del">
          <ac:chgData name="Fang, Wei" userId="5b14770b-ebee-4fe4-a387-cf6938eef6b7" providerId="ADAL" clId="{20257825-19D4-4B60-AD69-6321D59740AD}" dt="2025-01-09T11:54:06.094" v="456" actId="478"/>
          <ac:picMkLst>
            <pc:docMk/>
            <pc:sldMk cId="4138507368" sldId="3078"/>
            <ac:picMk id="139" creationId="{EA0AC77C-96A6-43A3-9C68-0C4045621F39}"/>
          </ac:picMkLst>
        </pc:picChg>
        <pc:picChg chg="del">
          <ac:chgData name="Fang, Wei" userId="5b14770b-ebee-4fe4-a387-cf6938eef6b7" providerId="ADAL" clId="{20257825-19D4-4B60-AD69-6321D59740AD}" dt="2025-01-09T11:54:06.094" v="456" actId="478"/>
          <ac:picMkLst>
            <pc:docMk/>
            <pc:sldMk cId="4138507368" sldId="3078"/>
            <ac:picMk id="141" creationId="{7B7EC0E7-D3AD-4CC8-8F60-E2714E399E29}"/>
          </ac:picMkLst>
        </pc:picChg>
        <pc:picChg chg="del">
          <ac:chgData name="Fang, Wei" userId="5b14770b-ebee-4fe4-a387-cf6938eef6b7" providerId="ADAL" clId="{20257825-19D4-4B60-AD69-6321D59740AD}" dt="2025-01-09T11:54:06.094" v="456" actId="478"/>
          <ac:picMkLst>
            <pc:docMk/>
            <pc:sldMk cId="4138507368" sldId="3078"/>
            <ac:picMk id="143" creationId="{8749F2D8-B8ED-4C0F-9775-68B822E33AF5}"/>
          </ac:picMkLst>
        </pc:picChg>
        <pc:picChg chg="del">
          <ac:chgData name="Fang, Wei" userId="5b14770b-ebee-4fe4-a387-cf6938eef6b7" providerId="ADAL" clId="{20257825-19D4-4B60-AD69-6321D59740AD}" dt="2025-01-09T11:54:06.094" v="456" actId="478"/>
          <ac:picMkLst>
            <pc:docMk/>
            <pc:sldMk cId="4138507368" sldId="3078"/>
            <ac:picMk id="145" creationId="{E75BC514-BCFD-428B-BD81-E4A01D9BA828}"/>
          </ac:picMkLst>
        </pc:picChg>
        <pc:picChg chg="del">
          <ac:chgData name="Fang, Wei" userId="5b14770b-ebee-4fe4-a387-cf6938eef6b7" providerId="ADAL" clId="{20257825-19D4-4B60-AD69-6321D59740AD}" dt="2025-01-09T11:54:06.094" v="456" actId="478"/>
          <ac:picMkLst>
            <pc:docMk/>
            <pc:sldMk cId="4138507368" sldId="3078"/>
            <ac:picMk id="147" creationId="{905B2D34-5AD6-4057-8F58-642CEBFA3F77}"/>
          </ac:picMkLst>
        </pc:picChg>
        <pc:picChg chg="del">
          <ac:chgData name="Fang, Wei" userId="5b14770b-ebee-4fe4-a387-cf6938eef6b7" providerId="ADAL" clId="{20257825-19D4-4B60-AD69-6321D59740AD}" dt="2025-01-09T11:54:06.094" v="456" actId="478"/>
          <ac:picMkLst>
            <pc:docMk/>
            <pc:sldMk cId="4138507368" sldId="3078"/>
            <ac:picMk id="149" creationId="{071FA0BD-9468-4B3E-8471-BDCED04B25AE}"/>
          </ac:picMkLst>
        </pc:picChg>
        <pc:picChg chg="del">
          <ac:chgData name="Fang, Wei" userId="5b14770b-ebee-4fe4-a387-cf6938eef6b7" providerId="ADAL" clId="{20257825-19D4-4B60-AD69-6321D59740AD}" dt="2025-01-09T11:54:06.094" v="456" actId="478"/>
          <ac:picMkLst>
            <pc:docMk/>
            <pc:sldMk cId="4138507368" sldId="3078"/>
            <ac:picMk id="182" creationId="{EE6B8920-16A3-4662-94DA-8B5AC4DC763A}"/>
          </ac:picMkLst>
        </pc:picChg>
        <pc:picChg chg="add">
          <ac:chgData name="Fang, Wei" userId="5b14770b-ebee-4fe4-a387-cf6938eef6b7" providerId="ADAL" clId="{20257825-19D4-4B60-AD69-6321D59740AD}" dt="2025-01-09T11:54:07.280" v="457"/>
          <ac:picMkLst>
            <pc:docMk/>
            <pc:sldMk cId="4138507368" sldId="3078"/>
            <ac:picMk id="216" creationId="{93B108F9-0B35-494D-839E-16D4C260C3FA}"/>
          </ac:picMkLst>
        </pc:picChg>
        <pc:picChg chg="add">
          <ac:chgData name="Fang, Wei" userId="5b14770b-ebee-4fe4-a387-cf6938eef6b7" providerId="ADAL" clId="{20257825-19D4-4B60-AD69-6321D59740AD}" dt="2025-01-09T11:54:07.280" v="457"/>
          <ac:picMkLst>
            <pc:docMk/>
            <pc:sldMk cId="4138507368" sldId="3078"/>
            <ac:picMk id="228" creationId="{BE3B4C22-83BE-475E-A488-C11E352AD5BE}"/>
          </ac:picMkLst>
        </pc:picChg>
        <pc:picChg chg="add">
          <ac:chgData name="Fang, Wei" userId="5b14770b-ebee-4fe4-a387-cf6938eef6b7" providerId="ADAL" clId="{20257825-19D4-4B60-AD69-6321D59740AD}" dt="2025-01-09T11:54:07.280" v="457"/>
          <ac:picMkLst>
            <pc:docMk/>
            <pc:sldMk cId="4138507368" sldId="3078"/>
            <ac:picMk id="241" creationId="{AE165333-31B7-48C9-8F51-7FBEFB800635}"/>
          </ac:picMkLst>
        </pc:picChg>
        <pc:picChg chg="add">
          <ac:chgData name="Fang, Wei" userId="5b14770b-ebee-4fe4-a387-cf6938eef6b7" providerId="ADAL" clId="{20257825-19D4-4B60-AD69-6321D59740AD}" dt="2025-01-09T11:54:07.280" v="457"/>
          <ac:picMkLst>
            <pc:docMk/>
            <pc:sldMk cId="4138507368" sldId="3078"/>
            <ac:picMk id="243" creationId="{D9F448BE-C5AA-4FE5-AC13-B53B34BE8EDA}"/>
          </ac:picMkLst>
        </pc:picChg>
        <pc:picChg chg="add">
          <ac:chgData name="Fang, Wei" userId="5b14770b-ebee-4fe4-a387-cf6938eef6b7" providerId="ADAL" clId="{20257825-19D4-4B60-AD69-6321D59740AD}" dt="2025-01-09T11:54:07.280" v="457"/>
          <ac:picMkLst>
            <pc:docMk/>
            <pc:sldMk cId="4138507368" sldId="3078"/>
            <ac:picMk id="245" creationId="{9929F078-B40B-407D-868F-9F73E24934FC}"/>
          </ac:picMkLst>
        </pc:picChg>
        <pc:picChg chg="add">
          <ac:chgData name="Fang, Wei" userId="5b14770b-ebee-4fe4-a387-cf6938eef6b7" providerId="ADAL" clId="{20257825-19D4-4B60-AD69-6321D59740AD}" dt="2025-01-09T11:54:07.280" v="457"/>
          <ac:picMkLst>
            <pc:docMk/>
            <pc:sldMk cId="4138507368" sldId="3078"/>
            <ac:picMk id="248" creationId="{684F5390-2848-4280-8FBC-37BD1E10924C}"/>
          </ac:picMkLst>
        </pc:picChg>
        <pc:picChg chg="add">
          <ac:chgData name="Fang, Wei" userId="5b14770b-ebee-4fe4-a387-cf6938eef6b7" providerId="ADAL" clId="{20257825-19D4-4B60-AD69-6321D59740AD}" dt="2025-01-09T11:54:07.280" v="457"/>
          <ac:picMkLst>
            <pc:docMk/>
            <pc:sldMk cId="4138507368" sldId="3078"/>
            <ac:picMk id="250" creationId="{CDFCDDE9-439D-4C0A-A0CD-DE906FB54ABD}"/>
          </ac:picMkLst>
        </pc:picChg>
        <pc:picChg chg="add">
          <ac:chgData name="Fang, Wei" userId="5b14770b-ebee-4fe4-a387-cf6938eef6b7" providerId="ADAL" clId="{20257825-19D4-4B60-AD69-6321D59740AD}" dt="2025-01-09T11:54:07.280" v="457"/>
          <ac:picMkLst>
            <pc:docMk/>
            <pc:sldMk cId="4138507368" sldId="3078"/>
            <ac:picMk id="252" creationId="{2F4B3123-4DF6-4B36-AE3C-A506A55B0143}"/>
          </ac:picMkLst>
        </pc:picChg>
        <pc:picChg chg="add">
          <ac:chgData name="Fang, Wei" userId="5b14770b-ebee-4fe4-a387-cf6938eef6b7" providerId="ADAL" clId="{20257825-19D4-4B60-AD69-6321D59740AD}" dt="2025-01-09T11:54:07.280" v="457"/>
          <ac:picMkLst>
            <pc:docMk/>
            <pc:sldMk cId="4138507368" sldId="3078"/>
            <ac:picMk id="254" creationId="{90522A34-BA10-4D8F-8077-51586EC1535E}"/>
          </ac:picMkLst>
        </pc:picChg>
        <pc:picChg chg="add">
          <ac:chgData name="Fang, Wei" userId="5b14770b-ebee-4fe4-a387-cf6938eef6b7" providerId="ADAL" clId="{20257825-19D4-4B60-AD69-6321D59740AD}" dt="2025-01-09T11:54:07.280" v="457"/>
          <ac:picMkLst>
            <pc:docMk/>
            <pc:sldMk cId="4138507368" sldId="3078"/>
            <ac:picMk id="256" creationId="{CAC988B9-3A0E-41F2-8989-B7A6E3190B12}"/>
          </ac:picMkLst>
        </pc:picChg>
        <pc:picChg chg="add">
          <ac:chgData name="Fang, Wei" userId="5b14770b-ebee-4fe4-a387-cf6938eef6b7" providerId="ADAL" clId="{20257825-19D4-4B60-AD69-6321D59740AD}" dt="2025-01-09T11:54:07.280" v="457"/>
          <ac:picMkLst>
            <pc:docMk/>
            <pc:sldMk cId="4138507368" sldId="3078"/>
            <ac:picMk id="258" creationId="{9E4EFB74-3EE5-44A5-ACBB-A35673104DC5}"/>
          </ac:picMkLst>
        </pc:picChg>
        <pc:picChg chg="add">
          <ac:chgData name="Fang, Wei" userId="5b14770b-ebee-4fe4-a387-cf6938eef6b7" providerId="ADAL" clId="{20257825-19D4-4B60-AD69-6321D59740AD}" dt="2025-01-09T11:54:07.280" v="457"/>
          <ac:picMkLst>
            <pc:docMk/>
            <pc:sldMk cId="4138507368" sldId="3078"/>
            <ac:picMk id="290" creationId="{E4BAE302-7DAC-4CE2-9B35-9B96DB541E40}"/>
          </ac:picMkLst>
        </pc:picChg>
        <pc:cxnChg chg="del mod">
          <ac:chgData name="Fang, Wei" userId="5b14770b-ebee-4fe4-a387-cf6938eef6b7" providerId="ADAL" clId="{20257825-19D4-4B60-AD69-6321D59740AD}" dt="2025-01-09T11:54:06.094" v="456" actId="478"/>
          <ac:cxnSpMkLst>
            <pc:docMk/>
            <pc:sldMk cId="4138507368" sldId="3078"/>
            <ac:cxnSpMk id="110" creationId="{66A71D23-2A56-4E1F-BE34-15395AF3B1A2}"/>
          </ac:cxnSpMkLst>
        </pc:cxnChg>
        <pc:cxnChg chg="del mod">
          <ac:chgData name="Fang, Wei" userId="5b14770b-ebee-4fe4-a387-cf6938eef6b7" providerId="ADAL" clId="{20257825-19D4-4B60-AD69-6321D59740AD}" dt="2025-01-09T11:54:06.094" v="456" actId="478"/>
          <ac:cxnSpMkLst>
            <pc:docMk/>
            <pc:sldMk cId="4138507368" sldId="3078"/>
            <ac:cxnSpMk id="112" creationId="{2EE94758-748F-49D7-8954-9456ED9C828B}"/>
          </ac:cxnSpMkLst>
        </pc:cxnChg>
        <pc:cxnChg chg="del mod">
          <ac:chgData name="Fang, Wei" userId="5b14770b-ebee-4fe4-a387-cf6938eef6b7" providerId="ADAL" clId="{20257825-19D4-4B60-AD69-6321D59740AD}" dt="2025-01-09T11:54:06.094" v="456" actId="478"/>
          <ac:cxnSpMkLst>
            <pc:docMk/>
            <pc:sldMk cId="4138507368" sldId="3078"/>
            <ac:cxnSpMk id="115" creationId="{A69A2A75-47B1-41A5-930C-DA19B3202C09}"/>
          </ac:cxnSpMkLst>
        </pc:cxnChg>
        <pc:cxnChg chg="del mod">
          <ac:chgData name="Fang, Wei" userId="5b14770b-ebee-4fe4-a387-cf6938eef6b7" providerId="ADAL" clId="{20257825-19D4-4B60-AD69-6321D59740AD}" dt="2025-01-09T11:54:06.094" v="456" actId="478"/>
          <ac:cxnSpMkLst>
            <pc:docMk/>
            <pc:sldMk cId="4138507368" sldId="3078"/>
            <ac:cxnSpMk id="116" creationId="{222EEB58-ABE4-473E-B1D7-C2AAA3E8160C}"/>
          </ac:cxnSpMkLst>
        </pc:cxnChg>
        <pc:cxnChg chg="del mod">
          <ac:chgData name="Fang, Wei" userId="5b14770b-ebee-4fe4-a387-cf6938eef6b7" providerId="ADAL" clId="{20257825-19D4-4B60-AD69-6321D59740AD}" dt="2025-01-09T11:54:06.094" v="456" actId="478"/>
          <ac:cxnSpMkLst>
            <pc:docMk/>
            <pc:sldMk cId="4138507368" sldId="3078"/>
            <ac:cxnSpMk id="123" creationId="{1A415719-A35D-4673-9C92-EDD2B704A2A3}"/>
          </ac:cxnSpMkLst>
        </pc:cxnChg>
        <pc:cxnChg chg="del mod">
          <ac:chgData name="Fang, Wei" userId="5b14770b-ebee-4fe4-a387-cf6938eef6b7" providerId="ADAL" clId="{20257825-19D4-4B60-AD69-6321D59740AD}" dt="2025-01-09T11:54:06.094" v="456" actId="478"/>
          <ac:cxnSpMkLst>
            <pc:docMk/>
            <pc:sldMk cId="4138507368" sldId="3078"/>
            <ac:cxnSpMk id="125" creationId="{3A77E71F-6F31-4281-B1F1-7A60A9DBCD59}"/>
          </ac:cxnSpMkLst>
        </pc:cxnChg>
        <pc:cxnChg chg="del mod">
          <ac:chgData name="Fang, Wei" userId="5b14770b-ebee-4fe4-a387-cf6938eef6b7" providerId="ADAL" clId="{20257825-19D4-4B60-AD69-6321D59740AD}" dt="2025-01-09T11:54:06.094" v="456" actId="478"/>
          <ac:cxnSpMkLst>
            <pc:docMk/>
            <pc:sldMk cId="4138507368" sldId="3078"/>
            <ac:cxnSpMk id="126" creationId="{C42EA869-0EF3-4949-B4CB-7861939AB016}"/>
          </ac:cxnSpMkLst>
        </pc:cxnChg>
        <pc:cxnChg chg="del mod">
          <ac:chgData name="Fang, Wei" userId="5b14770b-ebee-4fe4-a387-cf6938eef6b7" providerId="ADAL" clId="{20257825-19D4-4B60-AD69-6321D59740AD}" dt="2025-01-09T11:54:06.094" v="456" actId="478"/>
          <ac:cxnSpMkLst>
            <pc:docMk/>
            <pc:sldMk cId="4138507368" sldId="3078"/>
            <ac:cxnSpMk id="131" creationId="{5CE7A272-CA08-417A-BB25-88A955A1D2BF}"/>
          </ac:cxnSpMkLst>
        </pc:cxnChg>
        <pc:cxnChg chg="del mod">
          <ac:chgData name="Fang, Wei" userId="5b14770b-ebee-4fe4-a387-cf6938eef6b7" providerId="ADAL" clId="{20257825-19D4-4B60-AD69-6321D59740AD}" dt="2025-01-09T11:54:06.094" v="456" actId="478"/>
          <ac:cxnSpMkLst>
            <pc:docMk/>
            <pc:sldMk cId="4138507368" sldId="3078"/>
            <ac:cxnSpMk id="135" creationId="{004D061A-C692-4E74-A6DE-DB7BA6285194}"/>
          </ac:cxnSpMkLst>
        </pc:cxnChg>
        <pc:cxnChg chg="del mod">
          <ac:chgData name="Fang, Wei" userId="5b14770b-ebee-4fe4-a387-cf6938eef6b7" providerId="ADAL" clId="{20257825-19D4-4B60-AD69-6321D59740AD}" dt="2025-01-09T11:54:06.094" v="456" actId="478"/>
          <ac:cxnSpMkLst>
            <pc:docMk/>
            <pc:sldMk cId="4138507368" sldId="3078"/>
            <ac:cxnSpMk id="138" creationId="{25F7314A-6F81-433C-84D8-D7062F99C81B}"/>
          </ac:cxnSpMkLst>
        </pc:cxnChg>
        <pc:cxnChg chg="del mod">
          <ac:chgData name="Fang, Wei" userId="5b14770b-ebee-4fe4-a387-cf6938eef6b7" providerId="ADAL" clId="{20257825-19D4-4B60-AD69-6321D59740AD}" dt="2025-01-09T11:54:06.094" v="456" actId="478"/>
          <ac:cxnSpMkLst>
            <pc:docMk/>
            <pc:sldMk cId="4138507368" sldId="3078"/>
            <ac:cxnSpMk id="151" creationId="{D02DF051-92F6-4778-B4C6-3C5445333F04}"/>
          </ac:cxnSpMkLst>
        </pc:cxnChg>
        <pc:cxnChg chg="del mod">
          <ac:chgData name="Fang, Wei" userId="5b14770b-ebee-4fe4-a387-cf6938eef6b7" providerId="ADAL" clId="{20257825-19D4-4B60-AD69-6321D59740AD}" dt="2025-01-09T11:54:06.094" v="456" actId="478"/>
          <ac:cxnSpMkLst>
            <pc:docMk/>
            <pc:sldMk cId="4138507368" sldId="3078"/>
            <ac:cxnSpMk id="152" creationId="{7797DE39-2139-4149-9FBC-A3FAAD46BEF8}"/>
          </ac:cxnSpMkLst>
        </pc:cxnChg>
        <pc:cxnChg chg="del mod">
          <ac:chgData name="Fang, Wei" userId="5b14770b-ebee-4fe4-a387-cf6938eef6b7" providerId="ADAL" clId="{20257825-19D4-4B60-AD69-6321D59740AD}" dt="2025-01-09T11:54:06.094" v="456" actId="478"/>
          <ac:cxnSpMkLst>
            <pc:docMk/>
            <pc:sldMk cId="4138507368" sldId="3078"/>
            <ac:cxnSpMk id="153" creationId="{895BDCB2-4E81-4C3D-B852-954A5319EAEB}"/>
          </ac:cxnSpMkLst>
        </pc:cxnChg>
        <pc:cxnChg chg="del mod">
          <ac:chgData name="Fang, Wei" userId="5b14770b-ebee-4fe4-a387-cf6938eef6b7" providerId="ADAL" clId="{20257825-19D4-4B60-AD69-6321D59740AD}" dt="2025-01-09T11:54:06.094" v="456" actId="478"/>
          <ac:cxnSpMkLst>
            <pc:docMk/>
            <pc:sldMk cId="4138507368" sldId="3078"/>
            <ac:cxnSpMk id="154" creationId="{0B63F495-DABC-4368-BDF2-90B7FA65E24F}"/>
          </ac:cxnSpMkLst>
        </pc:cxnChg>
        <pc:cxnChg chg="del mod">
          <ac:chgData name="Fang, Wei" userId="5b14770b-ebee-4fe4-a387-cf6938eef6b7" providerId="ADAL" clId="{20257825-19D4-4B60-AD69-6321D59740AD}" dt="2025-01-09T11:54:06.094" v="456" actId="478"/>
          <ac:cxnSpMkLst>
            <pc:docMk/>
            <pc:sldMk cId="4138507368" sldId="3078"/>
            <ac:cxnSpMk id="155" creationId="{BD5081CD-DF2C-464C-87B1-92C332826768}"/>
          </ac:cxnSpMkLst>
        </pc:cxnChg>
        <pc:cxnChg chg="del">
          <ac:chgData name="Fang, Wei" userId="5b14770b-ebee-4fe4-a387-cf6938eef6b7" providerId="ADAL" clId="{20257825-19D4-4B60-AD69-6321D59740AD}" dt="2025-01-09T11:54:06.094" v="456" actId="478"/>
          <ac:cxnSpMkLst>
            <pc:docMk/>
            <pc:sldMk cId="4138507368" sldId="3078"/>
            <ac:cxnSpMk id="169" creationId="{736E3FB9-C6C7-469B-A4F6-6BBDB3F9424D}"/>
          </ac:cxnSpMkLst>
        </pc:cxnChg>
        <pc:cxnChg chg="del mod">
          <ac:chgData name="Fang, Wei" userId="5b14770b-ebee-4fe4-a387-cf6938eef6b7" providerId="ADAL" clId="{20257825-19D4-4B60-AD69-6321D59740AD}" dt="2025-01-09T11:54:06.094" v="456" actId="478"/>
          <ac:cxnSpMkLst>
            <pc:docMk/>
            <pc:sldMk cId="4138507368" sldId="3078"/>
            <ac:cxnSpMk id="171" creationId="{D9A5C2B0-39E1-4C9B-81DC-7A897469552C}"/>
          </ac:cxnSpMkLst>
        </pc:cxnChg>
        <pc:cxnChg chg="del mod">
          <ac:chgData name="Fang, Wei" userId="5b14770b-ebee-4fe4-a387-cf6938eef6b7" providerId="ADAL" clId="{20257825-19D4-4B60-AD69-6321D59740AD}" dt="2025-01-09T11:54:06.094" v="456" actId="478"/>
          <ac:cxnSpMkLst>
            <pc:docMk/>
            <pc:sldMk cId="4138507368" sldId="3078"/>
            <ac:cxnSpMk id="172" creationId="{3C1676B2-E415-4A17-B204-2B7963D6F5A7}"/>
          </ac:cxnSpMkLst>
        </pc:cxnChg>
        <pc:cxnChg chg="del mod">
          <ac:chgData name="Fang, Wei" userId="5b14770b-ebee-4fe4-a387-cf6938eef6b7" providerId="ADAL" clId="{20257825-19D4-4B60-AD69-6321D59740AD}" dt="2025-01-09T11:54:06.094" v="456" actId="478"/>
          <ac:cxnSpMkLst>
            <pc:docMk/>
            <pc:sldMk cId="4138507368" sldId="3078"/>
            <ac:cxnSpMk id="173" creationId="{A8EC4203-8B9F-49F1-8E22-394E61F3F5C6}"/>
          </ac:cxnSpMkLst>
        </pc:cxnChg>
        <pc:cxnChg chg="del mod">
          <ac:chgData name="Fang, Wei" userId="5b14770b-ebee-4fe4-a387-cf6938eef6b7" providerId="ADAL" clId="{20257825-19D4-4B60-AD69-6321D59740AD}" dt="2025-01-09T11:54:06.094" v="456" actId="478"/>
          <ac:cxnSpMkLst>
            <pc:docMk/>
            <pc:sldMk cId="4138507368" sldId="3078"/>
            <ac:cxnSpMk id="179" creationId="{DC2F1039-D6FC-44AE-A19A-DF4FD4BB2BDC}"/>
          </ac:cxnSpMkLst>
        </pc:cxnChg>
        <pc:cxnChg chg="del mod">
          <ac:chgData name="Fang, Wei" userId="5b14770b-ebee-4fe4-a387-cf6938eef6b7" providerId="ADAL" clId="{20257825-19D4-4B60-AD69-6321D59740AD}" dt="2025-01-09T11:54:06.094" v="456" actId="478"/>
          <ac:cxnSpMkLst>
            <pc:docMk/>
            <pc:sldMk cId="4138507368" sldId="3078"/>
            <ac:cxnSpMk id="180" creationId="{095385B4-D56B-400E-BAE9-83543134F1A9}"/>
          </ac:cxnSpMkLst>
        </pc:cxnChg>
        <pc:cxnChg chg="del mod">
          <ac:chgData name="Fang, Wei" userId="5b14770b-ebee-4fe4-a387-cf6938eef6b7" providerId="ADAL" clId="{20257825-19D4-4B60-AD69-6321D59740AD}" dt="2025-01-09T11:54:06.094" v="456" actId="478"/>
          <ac:cxnSpMkLst>
            <pc:docMk/>
            <pc:sldMk cId="4138507368" sldId="3078"/>
            <ac:cxnSpMk id="184" creationId="{8DA7F5F3-544A-4776-B725-DE9B8D76DD90}"/>
          </ac:cxnSpMkLst>
        </pc:cxnChg>
        <pc:cxnChg chg="del mod">
          <ac:chgData name="Fang, Wei" userId="5b14770b-ebee-4fe4-a387-cf6938eef6b7" providerId="ADAL" clId="{20257825-19D4-4B60-AD69-6321D59740AD}" dt="2025-01-09T11:54:06.094" v="456" actId="478"/>
          <ac:cxnSpMkLst>
            <pc:docMk/>
            <pc:sldMk cId="4138507368" sldId="3078"/>
            <ac:cxnSpMk id="187" creationId="{B51E1878-A6CC-4C40-8056-965806F8E611}"/>
          </ac:cxnSpMkLst>
        </pc:cxnChg>
        <pc:cxnChg chg="del mod">
          <ac:chgData name="Fang, Wei" userId="5b14770b-ebee-4fe4-a387-cf6938eef6b7" providerId="ADAL" clId="{20257825-19D4-4B60-AD69-6321D59740AD}" dt="2025-01-09T11:54:06.094" v="456" actId="478"/>
          <ac:cxnSpMkLst>
            <pc:docMk/>
            <pc:sldMk cId="4138507368" sldId="3078"/>
            <ac:cxnSpMk id="189" creationId="{D277CBAE-D3D5-4F47-BD33-26C865BFD930}"/>
          </ac:cxnSpMkLst>
        </pc:cxnChg>
        <pc:cxnChg chg="del mod">
          <ac:chgData name="Fang, Wei" userId="5b14770b-ebee-4fe4-a387-cf6938eef6b7" providerId="ADAL" clId="{20257825-19D4-4B60-AD69-6321D59740AD}" dt="2025-01-09T11:54:06.094" v="456" actId="478"/>
          <ac:cxnSpMkLst>
            <pc:docMk/>
            <pc:sldMk cId="4138507368" sldId="3078"/>
            <ac:cxnSpMk id="190" creationId="{875BC595-8778-4EEB-8B87-2BA4A9F49B4B}"/>
          </ac:cxnSpMkLst>
        </pc:cxnChg>
        <pc:cxnChg chg="del mod">
          <ac:chgData name="Fang, Wei" userId="5b14770b-ebee-4fe4-a387-cf6938eef6b7" providerId="ADAL" clId="{20257825-19D4-4B60-AD69-6321D59740AD}" dt="2025-01-09T11:54:06.094" v="456" actId="478"/>
          <ac:cxnSpMkLst>
            <pc:docMk/>
            <pc:sldMk cId="4138507368" sldId="3078"/>
            <ac:cxnSpMk id="191" creationId="{A6C34EDD-1F33-4AE4-9AB8-37EAC0663AF7}"/>
          </ac:cxnSpMkLst>
        </pc:cxnChg>
        <pc:cxnChg chg="del mod">
          <ac:chgData name="Fang, Wei" userId="5b14770b-ebee-4fe4-a387-cf6938eef6b7" providerId="ADAL" clId="{20257825-19D4-4B60-AD69-6321D59740AD}" dt="2025-01-09T11:54:06.094" v="456" actId="478"/>
          <ac:cxnSpMkLst>
            <pc:docMk/>
            <pc:sldMk cId="4138507368" sldId="3078"/>
            <ac:cxnSpMk id="192" creationId="{55703640-2696-48AA-973D-554F14F3C9B7}"/>
          </ac:cxnSpMkLst>
        </pc:cxnChg>
        <pc:cxnChg chg="del mod">
          <ac:chgData name="Fang, Wei" userId="5b14770b-ebee-4fe4-a387-cf6938eef6b7" providerId="ADAL" clId="{20257825-19D4-4B60-AD69-6321D59740AD}" dt="2025-01-09T11:54:06.094" v="456" actId="478"/>
          <ac:cxnSpMkLst>
            <pc:docMk/>
            <pc:sldMk cId="4138507368" sldId="3078"/>
            <ac:cxnSpMk id="197" creationId="{A2B17589-2735-473C-97EB-901004AB6B6E}"/>
          </ac:cxnSpMkLst>
        </pc:cxnChg>
        <pc:cxnChg chg="del mod">
          <ac:chgData name="Fang, Wei" userId="5b14770b-ebee-4fe4-a387-cf6938eef6b7" providerId="ADAL" clId="{20257825-19D4-4B60-AD69-6321D59740AD}" dt="2025-01-09T11:54:06.094" v="456" actId="478"/>
          <ac:cxnSpMkLst>
            <pc:docMk/>
            <pc:sldMk cId="4138507368" sldId="3078"/>
            <ac:cxnSpMk id="199" creationId="{EA38E43E-A015-4BA4-914A-16AE47C0D6EE}"/>
          </ac:cxnSpMkLst>
        </pc:cxnChg>
        <pc:cxnChg chg="del mod">
          <ac:chgData name="Fang, Wei" userId="5b14770b-ebee-4fe4-a387-cf6938eef6b7" providerId="ADAL" clId="{20257825-19D4-4B60-AD69-6321D59740AD}" dt="2025-01-09T11:54:06.094" v="456" actId="478"/>
          <ac:cxnSpMkLst>
            <pc:docMk/>
            <pc:sldMk cId="4138507368" sldId="3078"/>
            <ac:cxnSpMk id="202" creationId="{F826E299-3906-4D0E-9A0E-B40FFBBBBA24}"/>
          </ac:cxnSpMkLst>
        </pc:cxnChg>
        <pc:cxnChg chg="del mod">
          <ac:chgData name="Fang, Wei" userId="5b14770b-ebee-4fe4-a387-cf6938eef6b7" providerId="ADAL" clId="{20257825-19D4-4B60-AD69-6321D59740AD}" dt="2025-01-09T11:54:06.094" v="456" actId="478"/>
          <ac:cxnSpMkLst>
            <pc:docMk/>
            <pc:sldMk cId="4138507368" sldId="3078"/>
            <ac:cxnSpMk id="203" creationId="{1514413A-EB7F-4156-B6DB-C8EF9E5A767F}"/>
          </ac:cxnSpMkLst>
        </pc:cxnChg>
        <pc:cxnChg chg="add">
          <ac:chgData name="Fang, Wei" userId="5b14770b-ebee-4fe4-a387-cf6938eef6b7" providerId="ADAL" clId="{20257825-19D4-4B60-AD69-6321D59740AD}" dt="2025-01-09T11:54:07.280" v="457"/>
          <ac:cxnSpMkLst>
            <pc:docMk/>
            <pc:sldMk cId="4138507368" sldId="3078"/>
            <ac:cxnSpMk id="220" creationId="{98FEC75B-7116-4545-8AD5-D976AF7D26B5}"/>
          </ac:cxnSpMkLst>
        </pc:cxnChg>
        <pc:cxnChg chg="add">
          <ac:chgData name="Fang, Wei" userId="5b14770b-ebee-4fe4-a387-cf6938eef6b7" providerId="ADAL" clId="{20257825-19D4-4B60-AD69-6321D59740AD}" dt="2025-01-09T11:54:07.280" v="457"/>
          <ac:cxnSpMkLst>
            <pc:docMk/>
            <pc:sldMk cId="4138507368" sldId="3078"/>
            <ac:cxnSpMk id="222" creationId="{6713FF29-E3A5-4971-A0CA-8C0188BDCD63}"/>
          </ac:cxnSpMkLst>
        </pc:cxnChg>
        <pc:cxnChg chg="add">
          <ac:chgData name="Fang, Wei" userId="5b14770b-ebee-4fe4-a387-cf6938eef6b7" providerId="ADAL" clId="{20257825-19D4-4B60-AD69-6321D59740AD}" dt="2025-01-09T11:54:07.280" v="457"/>
          <ac:cxnSpMkLst>
            <pc:docMk/>
            <pc:sldMk cId="4138507368" sldId="3078"/>
            <ac:cxnSpMk id="225" creationId="{F8B1B00D-04E3-4FFB-BEDA-31E0852891F2}"/>
          </ac:cxnSpMkLst>
        </pc:cxnChg>
        <pc:cxnChg chg="add">
          <ac:chgData name="Fang, Wei" userId="5b14770b-ebee-4fe4-a387-cf6938eef6b7" providerId="ADAL" clId="{20257825-19D4-4B60-AD69-6321D59740AD}" dt="2025-01-09T11:54:07.280" v="457"/>
          <ac:cxnSpMkLst>
            <pc:docMk/>
            <pc:sldMk cId="4138507368" sldId="3078"/>
            <ac:cxnSpMk id="226" creationId="{03DA42A3-E481-449B-A6D2-F90576063D8B}"/>
          </ac:cxnSpMkLst>
        </pc:cxnChg>
        <pc:cxnChg chg="add">
          <ac:chgData name="Fang, Wei" userId="5b14770b-ebee-4fe4-a387-cf6938eef6b7" providerId="ADAL" clId="{20257825-19D4-4B60-AD69-6321D59740AD}" dt="2025-01-09T11:54:07.280" v="457"/>
          <ac:cxnSpMkLst>
            <pc:docMk/>
            <pc:sldMk cId="4138507368" sldId="3078"/>
            <ac:cxnSpMk id="232" creationId="{A35C9753-B9D1-4F68-865A-36D384721236}"/>
          </ac:cxnSpMkLst>
        </pc:cxnChg>
        <pc:cxnChg chg="add">
          <ac:chgData name="Fang, Wei" userId="5b14770b-ebee-4fe4-a387-cf6938eef6b7" providerId="ADAL" clId="{20257825-19D4-4B60-AD69-6321D59740AD}" dt="2025-01-09T11:54:07.280" v="457"/>
          <ac:cxnSpMkLst>
            <pc:docMk/>
            <pc:sldMk cId="4138507368" sldId="3078"/>
            <ac:cxnSpMk id="234" creationId="{323C0088-60F2-4DC9-BB4D-6DA997496B7C}"/>
          </ac:cxnSpMkLst>
        </pc:cxnChg>
        <pc:cxnChg chg="add">
          <ac:chgData name="Fang, Wei" userId="5b14770b-ebee-4fe4-a387-cf6938eef6b7" providerId="ADAL" clId="{20257825-19D4-4B60-AD69-6321D59740AD}" dt="2025-01-09T11:54:07.280" v="457"/>
          <ac:cxnSpMkLst>
            <pc:docMk/>
            <pc:sldMk cId="4138507368" sldId="3078"/>
            <ac:cxnSpMk id="235" creationId="{CEEE39BC-651E-43F8-96EE-204708CA99D0}"/>
          </ac:cxnSpMkLst>
        </pc:cxnChg>
        <pc:cxnChg chg="add">
          <ac:chgData name="Fang, Wei" userId="5b14770b-ebee-4fe4-a387-cf6938eef6b7" providerId="ADAL" clId="{20257825-19D4-4B60-AD69-6321D59740AD}" dt="2025-01-09T11:54:07.280" v="457"/>
          <ac:cxnSpMkLst>
            <pc:docMk/>
            <pc:sldMk cId="4138507368" sldId="3078"/>
            <ac:cxnSpMk id="240" creationId="{15F8ED85-5FD5-443A-96BB-9D1E885C3FDD}"/>
          </ac:cxnSpMkLst>
        </pc:cxnChg>
        <pc:cxnChg chg="add">
          <ac:chgData name="Fang, Wei" userId="5b14770b-ebee-4fe4-a387-cf6938eef6b7" providerId="ADAL" clId="{20257825-19D4-4B60-AD69-6321D59740AD}" dt="2025-01-09T11:54:07.280" v="457"/>
          <ac:cxnSpMkLst>
            <pc:docMk/>
            <pc:sldMk cId="4138507368" sldId="3078"/>
            <ac:cxnSpMk id="244" creationId="{7D4D55F6-FF62-4736-8233-564EFD91478A}"/>
          </ac:cxnSpMkLst>
        </pc:cxnChg>
        <pc:cxnChg chg="add">
          <ac:chgData name="Fang, Wei" userId="5b14770b-ebee-4fe4-a387-cf6938eef6b7" providerId="ADAL" clId="{20257825-19D4-4B60-AD69-6321D59740AD}" dt="2025-01-09T11:54:07.280" v="457"/>
          <ac:cxnSpMkLst>
            <pc:docMk/>
            <pc:sldMk cId="4138507368" sldId="3078"/>
            <ac:cxnSpMk id="247" creationId="{2BE1AF6C-FAB3-43DA-9DEE-5FD60B5BA905}"/>
          </ac:cxnSpMkLst>
        </pc:cxnChg>
        <pc:cxnChg chg="add">
          <ac:chgData name="Fang, Wei" userId="5b14770b-ebee-4fe4-a387-cf6938eef6b7" providerId="ADAL" clId="{20257825-19D4-4B60-AD69-6321D59740AD}" dt="2025-01-09T11:54:07.280" v="457"/>
          <ac:cxnSpMkLst>
            <pc:docMk/>
            <pc:sldMk cId="4138507368" sldId="3078"/>
            <ac:cxnSpMk id="260" creationId="{1FE8D212-D2D8-4A51-9442-27FF12FD9F5D}"/>
          </ac:cxnSpMkLst>
        </pc:cxnChg>
        <pc:cxnChg chg="add">
          <ac:chgData name="Fang, Wei" userId="5b14770b-ebee-4fe4-a387-cf6938eef6b7" providerId="ADAL" clId="{20257825-19D4-4B60-AD69-6321D59740AD}" dt="2025-01-09T11:54:07.280" v="457"/>
          <ac:cxnSpMkLst>
            <pc:docMk/>
            <pc:sldMk cId="4138507368" sldId="3078"/>
            <ac:cxnSpMk id="261" creationId="{4F910254-715C-458D-86BF-3C76C95CF5AB}"/>
          </ac:cxnSpMkLst>
        </pc:cxnChg>
        <pc:cxnChg chg="add">
          <ac:chgData name="Fang, Wei" userId="5b14770b-ebee-4fe4-a387-cf6938eef6b7" providerId="ADAL" clId="{20257825-19D4-4B60-AD69-6321D59740AD}" dt="2025-01-09T11:54:07.280" v="457"/>
          <ac:cxnSpMkLst>
            <pc:docMk/>
            <pc:sldMk cId="4138507368" sldId="3078"/>
            <ac:cxnSpMk id="262" creationId="{E317649F-955A-45F6-94D5-8A8D14DA3CE1}"/>
          </ac:cxnSpMkLst>
        </pc:cxnChg>
        <pc:cxnChg chg="add">
          <ac:chgData name="Fang, Wei" userId="5b14770b-ebee-4fe4-a387-cf6938eef6b7" providerId="ADAL" clId="{20257825-19D4-4B60-AD69-6321D59740AD}" dt="2025-01-09T11:54:07.280" v="457"/>
          <ac:cxnSpMkLst>
            <pc:docMk/>
            <pc:sldMk cId="4138507368" sldId="3078"/>
            <ac:cxnSpMk id="263" creationId="{BB266C0A-FA75-4567-A6D1-86E174802B4B}"/>
          </ac:cxnSpMkLst>
        </pc:cxnChg>
        <pc:cxnChg chg="add">
          <ac:chgData name="Fang, Wei" userId="5b14770b-ebee-4fe4-a387-cf6938eef6b7" providerId="ADAL" clId="{20257825-19D4-4B60-AD69-6321D59740AD}" dt="2025-01-09T11:54:07.280" v="457"/>
          <ac:cxnSpMkLst>
            <pc:docMk/>
            <pc:sldMk cId="4138507368" sldId="3078"/>
            <ac:cxnSpMk id="264" creationId="{6A9B6813-A6B6-4D53-BEC4-9092AA4BD706}"/>
          </ac:cxnSpMkLst>
        </pc:cxnChg>
        <pc:cxnChg chg="add">
          <ac:chgData name="Fang, Wei" userId="5b14770b-ebee-4fe4-a387-cf6938eef6b7" providerId="ADAL" clId="{20257825-19D4-4B60-AD69-6321D59740AD}" dt="2025-01-09T11:54:07.280" v="457"/>
          <ac:cxnSpMkLst>
            <pc:docMk/>
            <pc:sldMk cId="4138507368" sldId="3078"/>
            <ac:cxnSpMk id="277" creationId="{2B34E587-1ECB-4938-867B-6BDC22CE054C}"/>
          </ac:cxnSpMkLst>
        </pc:cxnChg>
        <pc:cxnChg chg="add">
          <ac:chgData name="Fang, Wei" userId="5b14770b-ebee-4fe4-a387-cf6938eef6b7" providerId="ADAL" clId="{20257825-19D4-4B60-AD69-6321D59740AD}" dt="2025-01-09T11:54:07.280" v="457"/>
          <ac:cxnSpMkLst>
            <pc:docMk/>
            <pc:sldMk cId="4138507368" sldId="3078"/>
            <ac:cxnSpMk id="279" creationId="{1D9FF239-F515-4268-92A1-4CFC706CF446}"/>
          </ac:cxnSpMkLst>
        </pc:cxnChg>
        <pc:cxnChg chg="add">
          <ac:chgData name="Fang, Wei" userId="5b14770b-ebee-4fe4-a387-cf6938eef6b7" providerId="ADAL" clId="{20257825-19D4-4B60-AD69-6321D59740AD}" dt="2025-01-09T11:54:07.280" v="457"/>
          <ac:cxnSpMkLst>
            <pc:docMk/>
            <pc:sldMk cId="4138507368" sldId="3078"/>
            <ac:cxnSpMk id="280" creationId="{43E2747B-B27F-4FA7-B2FD-4CE34E47B310}"/>
          </ac:cxnSpMkLst>
        </pc:cxnChg>
        <pc:cxnChg chg="add">
          <ac:chgData name="Fang, Wei" userId="5b14770b-ebee-4fe4-a387-cf6938eef6b7" providerId="ADAL" clId="{20257825-19D4-4B60-AD69-6321D59740AD}" dt="2025-01-09T11:54:07.280" v="457"/>
          <ac:cxnSpMkLst>
            <pc:docMk/>
            <pc:sldMk cId="4138507368" sldId="3078"/>
            <ac:cxnSpMk id="281" creationId="{895384FC-D4D7-40CE-AD3E-B3753B81104C}"/>
          </ac:cxnSpMkLst>
        </pc:cxnChg>
        <pc:cxnChg chg="add">
          <ac:chgData name="Fang, Wei" userId="5b14770b-ebee-4fe4-a387-cf6938eef6b7" providerId="ADAL" clId="{20257825-19D4-4B60-AD69-6321D59740AD}" dt="2025-01-09T11:54:07.280" v="457"/>
          <ac:cxnSpMkLst>
            <pc:docMk/>
            <pc:sldMk cId="4138507368" sldId="3078"/>
            <ac:cxnSpMk id="287" creationId="{2E54D60F-E06A-4E4A-9878-5F4FC19245B7}"/>
          </ac:cxnSpMkLst>
        </pc:cxnChg>
        <pc:cxnChg chg="add">
          <ac:chgData name="Fang, Wei" userId="5b14770b-ebee-4fe4-a387-cf6938eef6b7" providerId="ADAL" clId="{20257825-19D4-4B60-AD69-6321D59740AD}" dt="2025-01-09T11:54:07.280" v="457"/>
          <ac:cxnSpMkLst>
            <pc:docMk/>
            <pc:sldMk cId="4138507368" sldId="3078"/>
            <ac:cxnSpMk id="288" creationId="{6590E334-3C58-47B7-A2F1-34CF5CAA989F}"/>
          </ac:cxnSpMkLst>
        </pc:cxnChg>
        <pc:cxnChg chg="add">
          <ac:chgData name="Fang, Wei" userId="5b14770b-ebee-4fe4-a387-cf6938eef6b7" providerId="ADAL" clId="{20257825-19D4-4B60-AD69-6321D59740AD}" dt="2025-01-09T11:54:07.280" v="457"/>
          <ac:cxnSpMkLst>
            <pc:docMk/>
            <pc:sldMk cId="4138507368" sldId="3078"/>
            <ac:cxnSpMk id="292" creationId="{50BF336D-446B-45EF-98E1-8D3FC03BC403}"/>
          </ac:cxnSpMkLst>
        </pc:cxnChg>
        <pc:cxnChg chg="add">
          <ac:chgData name="Fang, Wei" userId="5b14770b-ebee-4fe4-a387-cf6938eef6b7" providerId="ADAL" clId="{20257825-19D4-4B60-AD69-6321D59740AD}" dt="2025-01-09T11:54:07.280" v="457"/>
          <ac:cxnSpMkLst>
            <pc:docMk/>
            <pc:sldMk cId="4138507368" sldId="3078"/>
            <ac:cxnSpMk id="295" creationId="{2D66A507-6B73-44AB-90AF-DF447B75D674}"/>
          </ac:cxnSpMkLst>
        </pc:cxnChg>
        <pc:cxnChg chg="add">
          <ac:chgData name="Fang, Wei" userId="5b14770b-ebee-4fe4-a387-cf6938eef6b7" providerId="ADAL" clId="{20257825-19D4-4B60-AD69-6321D59740AD}" dt="2025-01-09T11:54:07.280" v="457"/>
          <ac:cxnSpMkLst>
            <pc:docMk/>
            <pc:sldMk cId="4138507368" sldId="3078"/>
            <ac:cxnSpMk id="296" creationId="{23FFDE87-D110-4D41-8135-C4CDC3CF062A}"/>
          </ac:cxnSpMkLst>
        </pc:cxnChg>
        <pc:cxnChg chg="add">
          <ac:chgData name="Fang, Wei" userId="5b14770b-ebee-4fe4-a387-cf6938eef6b7" providerId="ADAL" clId="{20257825-19D4-4B60-AD69-6321D59740AD}" dt="2025-01-09T11:54:07.280" v="457"/>
          <ac:cxnSpMkLst>
            <pc:docMk/>
            <pc:sldMk cId="4138507368" sldId="3078"/>
            <ac:cxnSpMk id="297" creationId="{C36A2573-C3DE-4B77-ABEB-034682333345}"/>
          </ac:cxnSpMkLst>
        </pc:cxnChg>
        <pc:cxnChg chg="add">
          <ac:chgData name="Fang, Wei" userId="5b14770b-ebee-4fe4-a387-cf6938eef6b7" providerId="ADAL" clId="{20257825-19D4-4B60-AD69-6321D59740AD}" dt="2025-01-09T11:54:07.280" v="457"/>
          <ac:cxnSpMkLst>
            <pc:docMk/>
            <pc:sldMk cId="4138507368" sldId="3078"/>
            <ac:cxnSpMk id="298" creationId="{8E58ADDF-6459-4D2E-B10D-0420949C3083}"/>
          </ac:cxnSpMkLst>
        </pc:cxnChg>
        <pc:cxnChg chg="add">
          <ac:chgData name="Fang, Wei" userId="5b14770b-ebee-4fe4-a387-cf6938eef6b7" providerId="ADAL" clId="{20257825-19D4-4B60-AD69-6321D59740AD}" dt="2025-01-09T11:54:07.280" v="457"/>
          <ac:cxnSpMkLst>
            <pc:docMk/>
            <pc:sldMk cId="4138507368" sldId="3078"/>
            <ac:cxnSpMk id="299" creationId="{35952F82-C92D-4B7C-A494-3EB60C4C80FE}"/>
          </ac:cxnSpMkLst>
        </pc:cxnChg>
        <pc:cxnChg chg="add">
          <ac:chgData name="Fang, Wei" userId="5b14770b-ebee-4fe4-a387-cf6938eef6b7" providerId="ADAL" clId="{20257825-19D4-4B60-AD69-6321D59740AD}" dt="2025-01-09T11:54:07.280" v="457"/>
          <ac:cxnSpMkLst>
            <pc:docMk/>
            <pc:sldMk cId="4138507368" sldId="3078"/>
            <ac:cxnSpMk id="304" creationId="{4460D0E4-9C47-47D5-9C8C-164731A3C52D}"/>
          </ac:cxnSpMkLst>
        </pc:cxnChg>
        <pc:cxnChg chg="add">
          <ac:chgData name="Fang, Wei" userId="5b14770b-ebee-4fe4-a387-cf6938eef6b7" providerId="ADAL" clId="{20257825-19D4-4B60-AD69-6321D59740AD}" dt="2025-01-09T11:54:07.280" v="457"/>
          <ac:cxnSpMkLst>
            <pc:docMk/>
            <pc:sldMk cId="4138507368" sldId="3078"/>
            <ac:cxnSpMk id="305" creationId="{3EB9BD63-6888-4A3E-8D2C-ED828B336C3B}"/>
          </ac:cxnSpMkLst>
        </pc:cxnChg>
        <pc:cxnChg chg="add">
          <ac:chgData name="Fang, Wei" userId="5b14770b-ebee-4fe4-a387-cf6938eef6b7" providerId="ADAL" clId="{20257825-19D4-4B60-AD69-6321D59740AD}" dt="2025-01-09T11:54:07.280" v="457"/>
          <ac:cxnSpMkLst>
            <pc:docMk/>
            <pc:sldMk cId="4138507368" sldId="3078"/>
            <ac:cxnSpMk id="306" creationId="{AD36D629-3281-42D5-9376-330DD2BA2C8D}"/>
          </ac:cxnSpMkLst>
        </pc:cxnChg>
      </pc:sldChg>
      <pc:sldChg chg="addSp delSp modSp add">
        <pc:chgData name="Fang, Wei" userId="5b14770b-ebee-4fe4-a387-cf6938eef6b7" providerId="ADAL" clId="{20257825-19D4-4B60-AD69-6321D59740AD}" dt="2025-01-13T10:29:36.167" v="1608"/>
        <pc:sldMkLst>
          <pc:docMk/>
          <pc:sldMk cId="814324172" sldId="3080"/>
        </pc:sldMkLst>
        <pc:spChg chg="add mod">
          <ac:chgData name="Fang, Wei" userId="5b14770b-ebee-4fe4-a387-cf6938eef6b7" providerId="ADAL" clId="{20257825-19D4-4B60-AD69-6321D59740AD}" dt="2025-01-10T06:13:09.895" v="1173" actId="14100"/>
          <ac:spMkLst>
            <pc:docMk/>
            <pc:sldMk cId="814324172" sldId="3080"/>
            <ac:spMk id="2" creationId="{C2D7596D-DF84-4348-91EB-F6C61BB6EAFB}"/>
          </ac:spMkLst>
        </pc:spChg>
        <pc:spChg chg="del">
          <ac:chgData name="Fang, Wei" userId="5b14770b-ebee-4fe4-a387-cf6938eef6b7" providerId="ADAL" clId="{20257825-19D4-4B60-AD69-6321D59740AD}" dt="2025-01-07T13:44:31.474" v="420" actId="478"/>
          <ac:spMkLst>
            <pc:docMk/>
            <pc:sldMk cId="814324172" sldId="3080"/>
            <ac:spMk id="3" creationId="{1E0E455B-47F6-4C1A-993F-CC8CE226AADA}"/>
          </ac:spMkLst>
        </pc:spChg>
        <pc:spChg chg="mod">
          <ac:chgData name="Fang, Wei" userId="5b14770b-ebee-4fe4-a387-cf6938eef6b7" providerId="ADAL" clId="{20257825-19D4-4B60-AD69-6321D59740AD}" dt="2025-01-13T10:29:36.167" v="1608"/>
          <ac:spMkLst>
            <pc:docMk/>
            <pc:sldMk cId="814324172" sldId="3080"/>
            <ac:spMk id="4" creationId="{00000000-0000-0000-0000-000000000000}"/>
          </ac:spMkLst>
        </pc:spChg>
        <pc:spChg chg="mod">
          <ac:chgData name="Fang, Wei" userId="5b14770b-ebee-4fe4-a387-cf6938eef6b7" providerId="ADAL" clId="{20257825-19D4-4B60-AD69-6321D59740AD}" dt="2025-01-10T06:05:45.416" v="1061" actId="14100"/>
          <ac:spMkLst>
            <pc:docMk/>
            <pc:sldMk cId="814324172" sldId="3080"/>
            <ac:spMk id="26" creationId="{528E4AB7-D3D0-4456-9102-5328A1D0E83A}"/>
          </ac:spMkLst>
        </pc:spChg>
        <pc:spChg chg="mod">
          <ac:chgData name="Fang, Wei" userId="5b14770b-ebee-4fe4-a387-cf6938eef6b7" providerId="ADAL" clId="{20257825-19D4-4B60-AD69-6321D59740AD}" dt="2025-01-07T09:30:04.706" v="317" actId="1036"/>
          <ac:spMkLst>
            <pc:docMk/>
            <pc:sldMk cId="814324172" sldId="3080"/>
            <ac:spMk id="63" creationId="{7F2EB427-4D07-4A48-A11E-0B2CF86D7CDD}"/>
          </ac:spMkLst>
        </pc:spChg>
        <pc:spChg chg="mod">
          <ac:chgData name="Fang, Wei" userId="5b14770b-ebee-4fe4-a387-cf6938eef6b7" providerId="ADAL" clId="{20257825-19D4-4B60-AD69-6321D59740AD}" dt="2025-01-07T09:30:04.706" v="317" actId="1036"/>
          <ac:spMkLst>
            <pc:docMk/>
            <pc:sldMk cId="814324172" sldId="3080"/>
            <ac:spMk id="64" creationId="{857C6E66-F515-40A0-8AEF-2A262FDAD84C}"/>
          </ac:spMkLst>
        </pc:spChg>
        <pc:spChg chg="mod">
          <ac:chgData name="Fang, Wei" userId="5b14770b-ebee-4fe4-a387-cf6938eef6b7" providerId="ADAL" clId="{20257825-19D4-4B60-AD69-6321D59740AD}" dt="2025-01-07T09:30:04.706" v="317" actId="1036"/>
          <ac:spMkLst>
            <pc:docMk/>
            <pc:sldMk cId="814324172" sldId="3080"/>
            <ac:spMk id="65" creationId="{6A1CEBCF-2E7B-4731-8DFA-6B77BB92B44D}"/>
          </ac:spMkLst>
        </pc:spChg>
        <pc:spChg chg="mod">
          <ac:chgData name="Fang, Wei" userId="5b14770b-ebee-4fe4-a387-cf6938eef6b7" providerId="ADAL" clId="{20257825-19D4-4B60-AD69-6321D59740AD}" dt="2025-01-07T09:30:04.706" v="317" actId="1036"/>
          <ac:spMkLst>
            <pc:docMk/>
            <pc:sldMk cId="814324172" sldId="3080"/>
            <ac:spMk id="67" creationId="{B574B2A4-E0ED-41FE-A95A-A3C3DC5962B7}"/>
          </ac:spMkLst>
        </pc:spChg>
        <pc:spChg chg="mod">
          <ac:chgData name="Fang, Wei" userId="5b14770b-ebee-4fe4-a387-cf6938eef6b7" providerId="ADAL" clId="{20257825-19D4-4B60-AD69-6321D59740AD}" dt="2025-01-07T09:30:04.706" v="317" actId="1036"/>
          <ac:spMkLst>
            <pc:docMk/>
            <pc:sldMk cId="814324172" sldId="3080"/>
            <ac:spMk id="68" creationId="{228E7A43-BB48-4D70-9820-892BC62E9AC7}"/>
          </ac:spMkLst>
        </pc:spChg>
        <pc:spChg chg="mod">
          <ac:chgData name="Fang, Wei" userId="5b14770b-ebee-4fe4-a387-cf6938eef6b7" providerId="ADAL" clId="{20257825-19D4-4B60-AD69-6321D59740AD}" dt="2025-01-07T09:30:04.706" v="317" actId="1036"/>
          <ac:spMkLst>
            <pc:docMk/>
            <pc:sldMk cId="814324172" sldId="3080"/>
            <ac:spMk id="76" creationId="{103A6DCE-764F-445E-AA1E-A415E1E79C5C}"/>
          </ac:spMkLst>
        </pc:spChg>
        <pc:spChg chg="mod">
          <ac:chgData name="Fang, Wei" userId="5b14770b-ebee-4fe4-a387-cf6938eef6b7" providerId="ADAL" clId="{20257825-19D4-4B60-AD69-6321D59740AD}" dt="2025-01-07T09:44:28.855" v="405" actId="20577"/>
          <ac:spMkLst>
            <pc:docMk/>
            <pc:sldMk cId="814324172" sldId="3080"/>
            <ac:spMk id="84" creationId="{8A72546A-E028-4D0F-B314-071E34C01ED0}"/>
          </ac:spMkLst>
        </pc:spChg>
        <pc:spChg chg="mod">
          <ac:chgData name="Fang, Wei" userId="5b14770b-ebee-4fe4-a387-cf6938eef6b7" providerId="ADAL" clId="{20257825-19D4-4B60-AD69-6321D59740AD}" dt="2025-01-07T09:30:04.706" v="317" actId="1036"/>
          <ac:spMkLst>
            <pc:docMk/>
            <pc:sldMk cId="814324172" sldId="3080"/>
            <ac:spMk id="86" creationId="{D00D75C3-6083-4B6D-A239-377605CF719A}"/>
          </ac:spMkLst>
        </pc:spChg>
        <pc:spChg chg="mod">
          <ac:chgData name="Fang, Wei" userId="5b14770b-ebee-4fe4-a387-cf6938eef6b7" providerId="ADAL" clId="{20257825-19D4-4B60-AD69-6321D59740AD}" dt="2025-01-07T09:30:04.706" v="317" actId="1036"/>
          <ac:spMkLst>
            <pc:docMk/>
            <pc:sldMk cId="814324172" sldId="3080"/>
            <ac:spMk id="88" creationId="{91AEDC5F-5CFF-4839-B100-986BC7B2BE15}"/>
          </ac:spMkLst>
        </pc:spChg>
        <pc:spChg chg="mod">
          <ac:chgData name="Fang, Wei" userId="5b14770b-ebee-4fe4-a387-cf6938eef6b7" providerId="ADAL" clId="{20257825-19D4-4B60-AD69-6321D59740AD}" dt="2025-01-07T09:30:04.706" v="317" actId="1036"/>
          <ac:spMkLst>
            <pc:docMk/>
            <pc:sldMk cId="814324172" sldId="3080"/>
            <ac:spMk id="89" creationId="{D35F90D4-E155-4162-AB14-F051CF31290D}"/>
          </ac:spMkLst>
        </pc:spChg>
        <pc:spChg chg="mod">
          <ac:chgData name="Fang, Wei" userId="5b14770b-ebee-4fe4-a387-cf6938eef6b7" providerId="ADAL" clId="{20257825-19D4-4B60-AD69-6321D59740AD}" dt="2025-01-07T09:30:04.706" v="317" actId="1036"/>
          <ac:spMkLst>
            <pc:docMk/>
            <pc:sldMk cId="814324172" sldId="3080"/>
            <ac:spMk id="92" creationId="{C8BC6DED-EBB9-43EF-93C9-DC4678333646}"/>
          </ac:spMkLst>
        </pc:spChg>
        <pc:spChg chg="mod">
          <ac:chgData name="Fang, Wei" userId="5b14770b-ebee-4fe4-a387-cf6938eef6b7" providerId="ADAL" clId="{20257825-19D4-4B60-AD69-6321D59740AD}" dt="2025-01-07T09:30:04.706" v="317" actId="1036"/>
          <ac:spMkLst>
            <pc:docMk/>
            <pc:sldMk cId="814324172" sldId="3080"/>
            <ac:spMk id="93" creationId="{7BAC1191-8253-41E8-9E2B-AF0197A187B9}"/>
          </ac:spMkLst>
        </pc:spChg>
        <pc:spChg chg="mod ord">
          <ac:chgData name="Fang, Wei" userId="5b14770b-ebee-4fe4-a387-cf6938eef6b7" providerId="ADAL" clId="{20257825-19D4-4B60-AD69-6321D59740AD}" dt="2025-01-09T04:37:34.039" v="452" actId="167"/>
          <ac:spMkLst>
            <pc:docMk/>
            <pc:sldMk cId="814324172" sldId="3080"/>
            <ac:spMk id="94" creationId="{889D140B-33A2-4CD8-8D61-3D6A3B13A850}"/>
          </ac:spMkLst>
        </pc:spChg>
        <pc:spChg chg="mod">
          <ac:chgData name="Fang, Wei" userId="5b14770b-ebee-4fe4-a387-cf6938eef6b7" providerId="ADAL" clId="{20257825-19D4-4B60-AD69-6321D59740AD}" dt="2025-01-10T06:12:32.415" v="1168" actId="6549"/>
          <ac:spMkLst>
            <pc:docMk/>
            <pc:sldMk cId="814324172" sldId="3080"/>
            <ac:spMk id="97" creationId="{6B35B074-AC35-4C46-B9E7-A0952F3FA7A6}"/>
          </ac:spMkLst>
        </pc:spChg>
        <pc:spChg chg="mod">
          <ac:chgData name="Fang, Wei" userId="5b14770b-ebee-4fe4-a387-cf6938eef6b7" providerId="ADAL" clId="{20257825-19D4-4B60-AD69-6321D59740AD}" dt="2025-01-10T06:05:29.288" v="1059" actId="1036"/>
          <ac:spMkLst>
            <pc:docMk/>
            <pc:sldMk cId="814324172" sldId="3080"/>
            <ac:spMk id="107" creationId="{00000000-0000-0000-0000-000000000000}"/>
          </ac:spMkLst>
        </pc:spChg>
        <pc:picChg chg="mod">
          <ac:chgData name="Fang, Wei" userId="5b14770b-ebee-4fe4-a387-cf6938eef6b7" providerId="ADAL" clId="{20257825-19D4-4B60-AD69-6321D59740AD}" dt="2025-01-10T06:05:29.288" v="1059" actId="1036"/>
          <ac:picMkLst>
            <pc:docMk/>
            <pc:sldMk cId="814324172" sldId="3080"/>
            <ac:picMk id="11" creationId="{21BD1CA7-25E3-44DD-B7EB-CD0CE32D02BF}"/>
          </ac:picMkLst>
        </pc:picChg>
        <pc:picChg chg="mod">
          <ac:chgData name="Fang, Wei" userId="5b14770b-ebee-4fe4-a387-cf6938eef6b7" providerId="ADAL" clId="{20257825-19D4-4B60-AD69-6321D59740AD}" dt="2025-01-07T09:30:04.706" v="317" actId="1036"/>
          <ac:picMkLst>
            <pc:docMk/>
            <pc:sldMk cId="814324172" sldId="3080"/>
            <ac:picMk id="87" creationId="{A72278ED-E5A4-443D-82A1-8742914255D6}"/>
          </ac:picMkLst>
        </pc:picChg>
        <pc:cxnChg chg="mod">
          <ac:chgData name="Fang, Wei" userId="5b14770b-ebee-4fe4-a387-cf6938eef6b7" providerId="ADAL" clId="{20257825-19D4-4B60-AD69-6321D59740AD}" dt="2025-01-07T09:30:04.706" v="317" actId="1036"/>
          <ac:cxnSpMkLst>
            <pc:docMk/>
            <pc:sldMk cId="814324172" sldId="3080"/>
            <ac:cxnSpMk id="23" creationId="{00000000-0000-0000-0000-000000000000}"/>
          </ac:cxnSpMkLst>
        </pc:cxnChg>
        <pc:cxnChg chg="mod">
          <ac:chgData name="Fang, Wei" userId="5b14770b-ebee-4fe4-a387-cf6938eef6b7" providerId="ADAL" clId="{20257825-19D4-4B60-AD69-6321D59740AD}" dt="2025-01-07T09:30:04.706" v="317" actId="1036"/>
          <ac:cxnSpMkLst>
            <pc:docMk/>
            <pc:sldMk cId="814324172" sldId="3080"/>
            <ac:cxnSpMk id="27" creationId="{00000000-0000-0000-0000-000000000000}"/>
          </ac:cxnSpMkLst>
        </pc:cxnChg>
        <pc:cxnChg chg="mod">
          <ac:chgData name="Fang, Wei" userId="5b14770b-ebee-4fe4-a387-cf6938eef6b7" providerId="ADAL" clId="{20257825-19D4-4B60-AD69-6321D59740AD}" dt="2025-01-07T09:30:04.706" v="317" actId="1036"/>
          <ac:cxnSpMkLst>
            <pc:docMk/>
            <pc:sldMk cId="814324172" sldId="3080"/>
            <ac:cxnSpMk id="78" creationId="{8B734A8B-B610-4B7F-8A51-A322A1CCF197}"/>
          </ac:cxnSpMkLst>
        </pc:cxnChg>
        <pc:cxnChg chg="mod">
          <ac:chgData name="Fang, Wei" userId="5b14770b-ebee-4fe4-a387-cf6938eef6b7" providerId="ADAL" clId="{20257825-19D4-4B60-AD69-6321D59740AD}" dt="2025-01-07T09:30:04.706" v="317" actId="1036"/>
          <ac:cxnSpMkLst>
            <pc:docMk/>
            <pc:sldMk cId="814324172" sldId="3080"/>
            <ac:cxnSpMk id="83" creationId="{D42A3D6D-A960-4F40-A0DD-DD2A31EC41F3}"/>
          </ac:cxnSpMkLst>
        </pc:cxnChg>
      </pc:sldChg>
      <pc:sldChg chg="addSp delSp modSp add">
        <pc:chgData name="Fang, Wei" userId="5b14770b-ebee-4fe4-a387-cf6938eef6b7" providerId="ADAL" clId="{20257825-19D4-4B60-AD69-6321D59740AD}" dt="2025-01-15T05:47:53.967" v="1645" actId="20577"/>
        <pc:sldMkLst>
          <pc:docMk/>
          <pc:sldMk cId="0" sldId="3081"/>
        </pc:sldMkLst>
        <pc:spChg chg="mod">
          <ac:chgData name="Fang, Wei" userId="5b14770b-ebee-4fe4-a387-cf6938eef6b7" providerId="ADAL" clId="{20257825-19D4-4B60-AD69-6321D59740AD}" dt="2025-01-13T10:22:07.789" v="1301" actId="6549"/>
          <ac:spMkLst>
            <pc:docMk/>
            <pc:sldMk cId="0" sldId="3081"/>
            <ac:spMk id="4" creationId="{00000000-0000-0000-0000-000000000000}"/>
          </ac:spMkLst>
        </pc:spChg>
        <pc:spChg chg="add del mod">
          <ac:chgData name="Fang, Wei" userId="5b14770b-ebee-4fe4-a387-cf6938eef6b7" providerId="ADAL" clId="{20257825-19D4-4B60-AD69-6321D59740AD}" dt="2025-01-09T12:23:33.677" v="963"/>
          <ac:spMkLst>
            <pc:docMk/>
            <pc:sldMk cId="0" sldId="3081"/>
            <ac:spMk id="10" creationId="{00F18942-0AA9-44A8-BB8F-F862EF7DDF5E}"/>
          </ac:spMkLst>
        </pc:spChg>
        <pc:spChg chg="add del mod">
          <ac:chgData name="Fang, Wei" userId="5b14770b-ebee-4fe4-a387-cf6938eef6b7" providerId="ADAL" clId="{20257825-19D4-4B60-AD69-6321D59740AD}" dt="2025-01-13T10:22:18.096" v="1302" actId="478"/>
          <ac:spMkLst>
            <pc:docMk/>
            <pc:sldMk cId="0" sldId="3081"/>
            <ac:spMk id="11" creationId="{AFC7B138-A1D1-4113-8A72-BB4B4A5C4C68}"/>
          </ac:spMkLst>
        </pc:spChg>
        <pc:spChg chg="del">
          <ac:chgData name="Fang, Wei" userId="5b14770b-ebee-4fe4-a387-cf6938eef6b7" providerId="ADAL" clId="{20257825-19D4-4B60-AD69-6321D59740AD}" dt="2025-01-09T12:03:15.529" v="560" actId="478"/>
          <ac:spMkLst>
            <pc:docMk/>
            <pc:sldMk cId="0" sldId="3081"/>
            <ac:spMk id="13" creationId="{00000000-0000-0000-0000-000000000000}"/>
          </ac:spMkLst>
        </pc:spChg>
        <pc:spChg chg="del">
          <ac:chgData name="Fang, Wei" userId="5b14770b-ebee-4fe4-a387-cf6938eef6b7" providerId="ADAL" clId="{20257825-19D4-4B60-AD69-6321D59740AD}" dt="2025-01-09T12:03:10.343" v="556" actId="478"/>
          <ac:spMkLst>
            <pc:docMk/>
            <pc:sldMk cId="0" sldId="3081"/>
            <ac:spMk id="14"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16" creationId="{00000000-0000-0000-0000-000000000000}"/>
          </ac:spMkLst>
        </pc:spChg>
        <pc:spChg chg="del">
          <ac:chgData name="Fang, Wei" userId="5b14770b-ebee-4fe4-a387-cf6938eef6b7" providerId="ADAL" clId="{20257825-19D4-4B60-AD69-6321D59740AD}" dt="2025-01-09T12:03:10.343" v="556" actId="478"/>
          <ac:spMkLst>
            <pc:docMk/>
            <pc:sldMk cId="0" sldId="3081"/>
            <ac:spMk id="17" creationId="{00000000-0000-0000-0000-000000000000}"/>
          </ac:spMkLst>
        </pc:spChg>
        <pc:spChg chg="del">
          <ac:chgData name="Fang, Wei" userId="5b14770b-ebee-4fe4-a387-cf6938eef6b7" providerId="ADAL" clId="{20257825-19D4-4B60-AD69-6321D59740AD}" dt="2025-01-09T12:03:10.343" v="556" actId="478"/>
          <ac:spMkLst>
            <pc:docMk/>
            <pc:sldMk cId="0" sldId="3081"/>
            <ac:spMk id="19" creationId="{00000000-0000-0000-0000-000000000000}"/>
          </ac:spMkLst>
        </pc:spChg>
        <pc:spChg chg="del">
          <ac:chgData name="Fang, Wei" userId="5b14770b-ebee-4fe4-a387-cf6938eef6b7" providerId="ADAL" clId="{20257825-19D4-4B60-AD69-6321D59740AD}" dt="2025-01-09T12:03:05.309" v="555" actId="478"/>
          <ac:spMkLst>
            <pc:docMk/>
            <pc:sldMk cId="0" sldId="3081"/>
            <ac:spMk id="22" creationId="{00000000-0000-0000-0000-000000000000}"/>
          </ac:spMkLst>
        </pc:spChg>
        <pc:spChg chg="del">
          <ac:chgData name="Fang, Wei" userId="5b14770b-ebee-4fe4-a387-cf6938eef6b7" providerId="ADAL" clId="{20257825-19D4-4B60-AD69-6321D59740AD}" dt="2025-01-09T12:03:05.309" v="555" actId="478"/>
          <ac:spMkLst>
            <pc:docMk/>
            <pc:sldMk cId="0" sldId="3081"/>
            <ac:spMk id="24" creationId="{00000000-0000-0000-0000-000000000000}"/>
          </ac:spMkLst>
        </pc:spChg>
        <pc:spChg chg="del">
          <ac:chgData name="Fang, Wei" userId="5b14770b-ebee-4fe4-a387-cf6938eef6b7" providerId="ADAL" clId="{20257825-19D4-4B60-AD69-6321D59740AD}" dt="2025-01-09T12:03:05.309" v="555" actId="478"/>
          <ac:spMkLst>
            <pc:docMk/>
            <pc:sldMk cId="0" sldId="3081"/>
            <ac:spMk id="25" creationId="{00000000-0000-0000-0000-000000000000}"/>
          </ac:spMkLst>
        </pc:spChg>
        <pc:spChg chg="del">
          <ac:chgData name="Fang, Wei" userId="5b14770b-ebee-4fe4-a387-cf6938eef6b7" providerId="ADAL" clId="{20257825-19D4-4B60-AD69-6321D59740AD}" dt="2025-01-09T12:03:05.309" v="555" actId="478"/>
          <ac:spMkLst>
            <pc:docMk/>
            <pc:sldMk cId="0" sldId="3081"/>
            <ac:spMk id="26" creationId="{00000000-0000-0000-0000-000000000000}"/>
          </ac:spMkLst>
        </pc:spChg>
        <pc:spChg chg="del">
          <ac:chgData name="Fang, Wei" userId="5b14770b-ebee-4fe4-a387-cf6938eef6b7" providerId="ADAL" clId="{20257825-19D4-4B60-AD69-6321D59740AD}" dt="2025-01-09T12:03:10.343" v="556" actId="478"/>
          <ac:spMkLst>
            <pc:docMk/>
            <pc:sldMk cId="0" sldId="3081"/>
            <ac:spMk id="28" creationId="{00000000-0000-0000-0000-000000000000}"/>
          </ac:spMkLst>
        </pc:spChg>
        <pc:spChg chg="del">
          <ac:chgData name="Fang, Wei" userId="5b14770b-ebee-4fe4-a387-cf6938eef6b7" providerId="ADAL" clId="{20257825-19D4-4B60-AD69-6321D59740AD}" dt="2025-01-09T12:03:01.855" v="554" actId="478"/>
          <ac:spMkLst>
            <pc:docMk/>
            <pc:sldMk cId="0" sldId="3081"/>
            <ac:spMk id="31" creationId="{00000000-0000-0000-0000-000000000000}"/>
          </ac:spMkLst>
        </pc:spChg>
        <pc:spChg chg="del">
          <ac:chgData name="Fang, Wei" userId="5b14770b-ebee-4fe4-a387-cf6938eef6b7" providerId="ADAL" clId="{20257825-19D4-4B60-AD69-6321D59740AD}" dt="2025-01-09T12:03:10.343" v="556" actId="478"/>
          <ac:spMkLst>
            <pc:docMk/>
            <pc:sldMk cId="0" sldId="3081"/>
            <ac:spMk id="33" creationId="{00000000-0000-0000-0000-000000000000}"/>
          </ac:spMkLst>
        </pc:spChg>
        <pc:spChg chg="del">
          <ac:chgData name="Fang, Wei" userId="5b14770b-ebee-4fe4-a387-cf6938eef6b7" providerId="ADAL" clId="{20257825-19D4-4B60-AD69-6321D59740AD}" dt="2025-01-09T12:03:10.343" v="556" actId="478"/>
          <ac:spMkLst>
            <pc:docMk/>
            <pc:sldMk cId="0" sldId="3081"/>
            <ac:spMk id="35"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38" creationId="{00000000-0000-0000-0000-000000000000}"/>
          </ac:spMkLst>
        </pc:spChg>
        <pc:spChg chg="del">
          <ac:chgData name="Fang, Wei" userId="5b14770b-ebee-4fe4-a387-cf6938eef6b7" providerId="ADAL" clId="{20257825-19D4-4B60-AD69-6321D59740AD}" dt="2025-01-09T12:03:10.343" v="556" actId="478"/>
          <ac:spMkLst>
            <pc:docMk/>
            <pc:sldMk cId="0" sldId="3081"/>
            <ac:spMk id="40"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56" creationId="{00000000-0000-0000-0000-000000000000}"/>
          </ac:spMkLst>
        </pc:spChg>
        <pc:spChg chg="del">
          <ac:chgData name="Fang, Wei" userId="5b14770b-ebee-4fe4-a387-cf6938eef6b7" providerId="ADAL" clId="{20257825-19D4-4B60-AD69-6321D59740AD}" dt="2025-01-09T12:11:12.147" v="613" actId="478"/>
          <ac:spMkLst>
            <pc:docMk/>
            <pc:sldMk cId="0" sldId="3081"/>
            <ac:spMk id="59" creationId="{00000000-0000-0000-0000-000000000000}"/>
          </ac:spMkLst>
        </pc:spChg>
        <pc:spChg chg="add del">
          <ac:chgData name="Fang, Wei" userId="5b14770b-ebee-4fe4-a387-cf6938eef6b7" providerId="ADAL" clId="{20257825-19D4-4B60-AD69-6321D59740AD}" dt="2025-01-13T10:17:13.430" v="1202" actId="478"/>
          <ac:spMkLst>
            <pc:docMk/>
            <pc:sldMk cId="0" sldId="3081"/>
            <ac:spMk id="63" creationId="{8CF7AE69-0D78-4C83-A8C6-60B54AF8A606}"/>
          </ac:spMkLst>
        </pc:spChg>
        <pc:spChg chg="add del">
          <ac:chgData name="Fang, Wei" userId="5b14770b-ebee-4fe4-a387-cf6938eef6b7" providerId="ADAL" clId="{20257825-19D4-4B60-AD69-6321D59740AD}" dt="2025-01-13T10:17:13.430" v="1202" actId="478"/>
          <ac:spMkLst>
            <pc:docMk/>
            <pc:sldMk cId="0" sldId="3081"/>
            <ac:spMk id="64" creationId="{5DA378C5-D433-4A61-938A-64DBCA009069}"/>
          </ac:spMkLst>
        </pc:spChg>
        <pc:spChg chg="add del">
          <ac:chgData name="Fang, Wei" userId="5b14770b-ebee-4fe4-a387-cf6938eef6b7" providerId="ADAL" clId="{20257825-19D4-4B60-AD69-6321D59740AD}" dt="2025-01-13T10:17:13.430" v="1202" actId="478"/>
          <ac:spMkLst>
            <pc:docMk/>
            <pc:sldMk cId="0" sldId="3081"/>
            <ac:spMk id="65" creationId="{9BF7C699-B5BF-4D59-BB9B-6F7650AE8E99}"/>
          </ac:spMkLst>
        </pc:spChg>
        <pc:spChg chg="add mod">
          <ac:chgData name="Fang, Wei" userId="5b14770b-ebee-4fe4-a387-cf6938eef6b7" providerId="ADAL" clId="{20257825-19D4-4B60-AD69-6321D59740AD}" dt="2025-01-13T10:24:36.061" v="1478" actId="1036"/>
          <ac:spMkLst>
            <pc:docMk/>
            <pc:sldMk cId="0" sldId="3081"/>
            <ac:spMk id="66" creationId="{CA9D22DE-6C8C-41E9-9430-15077AA30E6A}"/>
          </ac:spMkLst>
        </pc:spChg>
        <pc:spChg chg="add mod">
          <ac:chgData name="Fang, Wei" userId="5b14770b-ebee-4fe4-a387-cf6938eef6b7" providerId="ADAL" clId="{20257825-19D4-4B60-AD69-6321D59740AD}" dt="2025-01-13T10:23:25.181" v="1440" actId="1037"/>
          <ac:spMkLst>
            <pc:docMk/>
            <pc:sldMk cId="0" sldId="3081"/>
            <ac:spMk id="67" creationId="{7B638230-952A-4B98-9224-45CAAE8DD98D}"/>
          </ac:spMkLst>
        </pc:spChg>
        <pc:spChg chg="add mod">
          <ac:chgData name="Fang, Wei" userId="5b14770b-ebee-4fe4-a387-cf6938eef6b7" providerId="ADAL" clId="{20257825-19D4-4B60-AD69-6321D59740AD}" dt="2025-01-13T10:23:25.181" v="1440" actId="1037"/>
          <ac:spMkLst>
            <pc:docMk/>
            <pc:sldMk cId="0" sldId="3081"/>
            <ac:spMk id="68" creationId="{53FDA4F4-FF30-4CF5-BEE2-DBFAFCD0CD49}"/>
          </ac:spMkLst>
        </pc:spChg>
        <pc:spChg chg="del">
          <ac:chgData name="Fang, Wei" userId="5b14770b-ebee-4fe4-a387-cf6938eef6b7" providerId="ADAL" clId="{20257825-19D4-4B60-AD69-6321D59740AD}" dt="2025-01-09T12:03:10.343" v="556" actId="478"/>
          <ac:spMkLst>
            <pc:docMk/>
            <pc:sldMk cId="0" sldId="3081"/>
            <ac:spMk id="69" creationId="{00000000-0000-0000-0000-000000000000}"/>
          </ac:spMkLst>
        </pc:spChg>
        <pc:spChg chg="del">
          <ac:chgData name="Fang, Wei" userId="5b14770b-ebee-4fe4-a387-cf6938eef6b7" providerId="ADAL" clId="{20257825-19D4-4B60-AD69-6321D59740AD}" dt="2025-01-09T12:03:10.343" v="556" actId="478"/>
          <ac:spMkLst>
            <pc:docMk/>
            <pc:sldMk cId="0" sldId="3081"/>
            <ac:spMk id="70" creationId="{00000000-0000-0000-0000-000000000000}"/>
          </ac:spMkLst>
        </pc:spChg>
        <pc:spChg chg="del">
          <ac:chgData name="Fang, Wei" userId="5b14770b-ebee-4fe4-a387-cf6938eef6b7" providerId="ADAL" clId="{20257825-19D4-4B60-AD69-6321D59740AD}" dt="2025-01-09T12:03:10.343" v="556" actId="478"/>
          <ac:spMkLst>
            <pc:docMk/>
            <pc:sldMk cId="0" sldId="3081"/>
            <ac:spMk id="71"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72"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73" creationId="{00000000-0000-0000-0000-000000000000}"/>
          </ac:spMkLst>
        </pc:spChg>
        <pc:spChg chg="del">
          <ac:chgData name="Fang, Wei" userId="5b14770b-ebee-4fe4-a387-cf6938eef6b7" providerId="ADAL" clId="{20257825-19D4-4B60-AD69-6321D59740AD}" dt="2025-01-09T12:03:10.343" v="556" actId="478"/>
          <ac:spMkLst>
            <pc:docMk/>
            <pc:sldMk cId="0" sldId="3081"/>
            <ac:spMk id="74" creationId="{00000000-0000-0000-0000-000000000000}"/>
          </ac:spMkLst>
        </pc:spChg>
        <pc:spChg chg="del">
          <ac:chgData name="Fang, Wei" userId="5b14770b-ebee-4fe4-a387-cf6938eef6b7" providerId="ADAL" clId="{20257825-19D4-4B60-AD69-6321D59740AD}" dt="2025-01-09T12:02:59.048" v="552" actId="478"/>
          <ac:spMkLst>
            <pc:docMk/>
            <pc:sldMk cId="0" sldId="3081"/>
            <ac:spMk id="75" creationId="{00000000-0000-0000-0000-000000000000}"/>
          </ac:spMkLst>
        </pc:spChg>
        <pc:spChg chg="add mod">
          <ac:chgData name="Fang, Wei" userId="5b14770b-ebee-4fe4-a387-cf6938eef6b7" providerId="ADAL" clId="{20257825-19D4-4B60-AD69-6321D59740AD}" dt="2025-01-13T10:25:41.506" v="1503" actId="1036"/>
          <ac:spMkLst>
            <pc:docMk/>
            <pc:sldMk cId="0" sldId="3081"/>
            <ac:spMk id="76" creationId="{93377191-763F-49AE-8879-66E4555901F5}"/>
          </ac:spMkLst>
        </pc:spChg>
        <pc:spChg chg="add mod">
          <ac:chgData name="Fang, Wei" userId="5b14770b-ebee-4fe4-a387-cf6938eef6b7" providerId="ADAL" clId="{20257825-19D4-4B60-AD69-6321D59740AD}" dt="2025-01-13T10:19:00.994" v="1239" actId="1035"/>
          <ac:spMkLst>
            <pc:docMk/>
            <pc:sldMk cId="0" sldId="3081"/>
            <ac:spMk id="77" creationId="{D824209A-B136-47F6-B822-3E7138631016}"/>
          </ac:spMkLst>
        </pc:spChg>
        <pc:spChg chg="add mod">
          <ac:chgData name="Fang, Wei" userId="5b14770b-ebee-4fe4-a387-cf6938eef6b7" providerId="ADAL" clId="{20257825-19D4-4B60-AD69-6321D59740AD}" dt="2025-01-15T05:47:51.066" v="1643" actId="20577"/>
          <ac:spMkLst>
            <pc:docMk/>
            <pc:sldMk cId="0" sldId="3081"/>
            <ac:spMk id="78" creationId="{BF8A6582-FB41-45B6-85D1-F8B64DC91CB5}"/>
          </ac:spMkLst>
        </pc:spChg>
        <pc:spChg chg="add mod">
          <ac:chgData name="Fang, Wei" userId="5b14770b-ebee-4fe4-a387-cf6938eef6b7" providerId="ADAL" clId="{20257825-19D4-4B60-AD69-6321D59740AD}" dt="2025-01-15T05:45:59.869" v="1629"/>
          <ac:spMkLst>
            <pc:docMk/>
            <pc:sldMk cId="0" sldId="3081"/>
            <ac:spMk id="79" creationId="{D78C2229-C6DB-493A-80FD-6EF727BCAD7C}"/>
          </ac:spMkLst>
        </pc:spChg>
        <pc:spChg chg="add mod">
          <ac:chgData name="Fang, Wei" userId="5b14770b-ebee-4fe4-a387-cf6938eef6b7" providerId="ADAL" clId="{20257825-19D4-4B60-AD69-6321D59740AD}" dt="2025-01-13T10:25:41.506" v="1503" actId="1036"/>
          <ac:spMkLst>
            <pc:docMk/>
            <pc:sldMk cId="0" sldId="3081"/>
            <ac:spMk id="80" creationId="{CD63EF34-67DC-4358-BFC5-11E47F0C1E02}"/>
          </ac:spMkLst>
        </pc:spChg>
        <pc:spChg chg="add mod">
          <ac:chgData name="Fang, Wei" userId="5b14770b-ebee-4fe4-a387-cf6938eef6b7" providerId="ADAL" clId="{20257825-19D4-4B60-AD69-6321D59740AD}" dt="2025-01-13T10:23:25.181" v="1440" actId="1037"/>
          <ac:spMkLst>
            <pc:docMk/>
            <pc:sldMk cId="0" sldId="3081"/>
            <ac:spMk id="81" creationId="{35404872-A692-4275-9B9B-978F0AB8E9C9}"/>
          </ac:spMkLst>
        </pc:spChg>
        <pc:spChg chg="add mod">
          <ac:chgData name="Fang, Wei" userId="5b14770b-ebee-4fe4-a387-cf6938eef6b7" providerId="ADAL" clId="{20257825-19D4-4B60-AD69-6321D59740AD}" dt="2025-01-13T10:25:41.506" v="1503" actId="1036"/>
          <ac:spMkLst>
            <pc:docMk/>
            <pc:sldMk cId="0" sldId="3081"/>
            <ac:spMk id="84" creationId="{D3BF73B3-E994-4B1B-8C66-F079496AEEB6}"/>
          </ac:spMkLst>
        </pc:spChg>
        <pc:spChg chg="add del">
          <ac:chgData name="Fang, Wei" userId="5b14770b-ebee-4fe4-a387-cf6938eef6b7" providerId="ADAL" clId="{20257825-19D4-4B60-AD69-6321D59740AD}" dt="2025-01-13T10:17:13.430" v="1202" actId="478"/>
          <ac:spMkLst>
            <pc:docMk/>
            <pc:sldMk cId="0" sldId="3081"/>
            <ac:spMk id="86" creationId="{5821D1F8-6623-413F-9D23-EF98D921C283}"/>
          </ac:spMkLst>
        </pc:spChg>
        <pc:spChg chg="add del">
          <ac:chgData name="Fang, Wei" userId="5b14770b-ebee-4fe4-a387-cf6938eef6b7" providerId="ADAL" clId="{20257825-19D4-4B60-AD69-6321D59740AD}" dt="2025-01-13T10:16:56.857" v="1200" actId="478"/>
          <ac:spMkLst>
            <pc:docMk/>
            <pc:sldMk cId="0" sldId="3081"/>
            <ac:spMk id="87" creationId="{13201163-C16F-4527-A440-27F6EEDB1148}"/>
          </ac:spMkLst>
        </pc:spChg>
        <pc:spChg chg="del">
          <ac:chgData name="Fang, Wei" userId="5b14770b-ebee-4fe4-a387-cf6938eef6b7" providerId="ADAL" clId="{20257825-19D4-4B60-AD69-6321D59740AD}" dt="2025-01-09T12:03:10.343" v="556" actId="478"/>
          <ac:spMkLst>
            <pc:docMk/>
            <pc:sldMk cId="0" sldId="3081"/>
            <ac:spMk id="90" creationId="{00000000-0000-0000-0000-000000000000}"/>
          </ac:spMkLst>
        </pc:spChg>
        <pc:spChg chg="del">
          <ac:chgData name="Fang, Wei" userId="5b14770b-ebee-4fe4-a387-cf6938eef6b7" providerId="ADAL" clId="{20257825-19D4-4B60-AD69-6321D59740AD}" dt="2025-01-09T12:03:10.343" v="556" actId="478"/>
          <ac:spMkLst>
            <pc:docMk/>
            <pc:sldMk cId="0" sldId="3081"/>
            <ac:spMk id="91" creationId="{00000000-0000-0000-0000-000000000000}"/>
          </ac:spMkLst>
        </pc:spChg>
        <pc:spChg chg="add del">
          <ac:chgData name="Fang, Wei" userId="5b14770b-ebee-4fe4-a387-cf6938eef6b7" providerId="ADAL" clId="{20257825-19D4-4B60-AD69-6321D59740AD}" dt="2025-01-13T10:17:13.430" v="1202" actId="478"/>
          <ac:spMkLst>
            <pc:docMk/>
            <pc:sldMk cId="0" sldId="3081"/>
            <ac:spMk id="93" creationId="{838491BA-16C9-4F10-B40E-198096DB53F9}"/>
          </ac:spMkLst>
        </pc:spChg>
        <pc:spChg chg="add del">
          <ac:chgData name="Fang, Wei" userId="5b14770b-ebee-4fe4-a387-cf6938eef6b7" providerId="ADAL" clId="{20257825-19D4-4B60-AD69-6321D59740AD}" dt="2025-01-13T10:17:13.430" v="1202" actId="478"/>
          <ac:spMkLst>
            <pc:docMk/>
            <pc:sldMk cId="0" sldId="3081"/>
            <ac:spMk id="94" creationId="{F144B588-BFB8-4C54-9B3F-96414A3BF190}"/>
          </ac:spMkLst>
        </pc:spChg>
        <pc:spChg chg="add mod">
          <ac:chgData name="Fang, Wei" userId="5b14770b-ebee-4fe4-a387-cf6938eef6b7" providerId="ADAL" clId="{20257825-19D4-4B60-AD69-6321D59740AD}" dt="2025-01-15T05:47:48.403" v="1641" actId="20577"/>
          <ac:spMkLst>
            <pc:docMk/>
            <pc:sldMk cId="0" sldId="3081"/>
            <ac:spMk id="97" creationId="{E53A81D1-08FB-4194-A012-A30E1541057D}"/>
          </ac:spMkLst>
        </pc:spChg>
        <pc:spChg chg="del">
          <ac:chgData name="Fang, Wei" userId="5b14770b-ebee-4fe4-a387-cf6938eef6b7" providerId="ADAL" clId="{20257825-19D4-4B60-AD69-6321D59740AD}" dt="2025-01-09T12:02:45.279" v="550" actId="478"/>
          <ac:spMkLst>
            <pc:docMk/>
            <pc:sldMk cId="0" sldId="3081"/>
            <ac:spMk id="98" creationId="{00000000-0000-0000-0000-000000000000}"/>
          </ac:spMkLst>
        </pc:spChg>
        <pc:spChg chg="del">
          <ac:chgData name="Fang, Wei" userId="5b14770b-ebee-4fe4-a387-cf6938eef6b7" providerId="ADAL" clId="{20257825-19D4-4B60-AD69-6321D59740AD}" dt="2025-01-09T12:21:35.716" v="903" actId="478"/>
          <ac:spMkLst>
            <pc:docMk/>
            <pc:sldMk cId="0" sldId="3081"/>
            <ac:spMk id="99"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100"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101"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102" creationId="{00000000-0000-0000-0000-000000000000}"/>
          </ac:spMkLst>
        </pc:spChg>
        <pc:spChg chg="add mod">
          <ac:chgData name="Fang, Wei" userId="5b14770b-ebee-4fe4-a387-cf6938eef6b7" providerId="ADAL" clId="{20257825-19D4-4B60-AD69-6321D59740AD}" dt="2025-01-13T10:24:25.576" v="1471" actId="1036"/>
          <ac:spMkLst>
            <pc:docMk/>
            <pc:sldMk cId="0" sldId="3081"/>
            <ac:spMk id="103" creationId="{0E346259-56AA-4F9F-9762-9200220E8C64}"/>
          </ac:spMkLst>
        </pc:spChg>
        <pc:spChg chg="del mod">
          <ac:chgData name="Fang, Wei" userId="5b14770b-ebee-4fe4-a387-cf6938eef6b7" providerId="ADAL" clId="{20257825-19D4-4B60-AD69-6321D59740AD}" dt="2025-01-09T12:21:35.716" v="903" actId="478"/>
          <ac:spMkLst>
            <pc:docMk/>
            <pc:sldMk cId="0" sldId="3081"/>
            <ac:spMk id="105" creationId="{00000000-0000-0000-0000-000000000000}"/>
          </ac:spMkLst>
        </pc:spChg>
        <pc:spChg chg="del mod">
          <ac:chgData name="Fang, Wei" userId="5b14770b-ebee-4fe4-a387-cf6938eef6b7" providerId="ADAL" clId="{20257825-19D4-4B60-AD69-6321D59740AD}" dt="2025-01-09T12:21:35.716" v="903" actId="478"/>
          <ac:spMkLst>
            <pc:docMk/>
            <pc:sldMk cId="0" sldId="3081"/>
            <ac:spMk id="107" creationId="{00000000-0000-0000-0000-000000000000}"/>
          </ac:spMkLst>
        </pc:spChg>
        <pc:spChg chg="del">
          <ac:chgData name="Fang, Wei" userId="5b14770b-ebee-4fe4-a387-cf6938eef6b7" providerId="ADAL" clId="{20257825-19D4-4B60-AD69-6321D59740AD}" dt="2025-01-09T12:21:35.716" v="903" actId="478"/>
          <ac:spMkLst>
            <pc:docMk/>
            <pc:sldMk cId="0" sldId="3081"/>
            <ac:spMk id="110" creationId="{00000000-0000-0000-0000-000000000000}"/>
          </ac:spMkLst>
        </pc:spChg>
        <pc:spChg chg="add del">
          <ac:chgData name="Fang, Wei" userId="5b14770b-ebee-4fe4-a387-cf6938eef6b7" providerId="ADAL" clId="{20257825-19D4-4B60-AD69-6321D59740AD}" dt="2025-01-13T10:17:04.485" v="1201" actId="478"/>
          <ac:spMkLst>
            <pc:docMk/>
            <pc:sldMk cId="0" sldId="3081"/>
            <ac:spMk id="111" creationId="{3E35A7E2-FF6D-4D43-B86D-6FF76921D267}"/>
          </ac:spMkLst>
        </pc:spChg>
        <pc:spChg chg="add del">
          <ac:chgData name="Fang, Wei" userId="5b14770b-ebee-4fe4-a387-cf6938eef6b7" providerId="ADAL" clId="{20257825-19D4-4B60-AD69-6321D59740AD}" dt="2025-01-13T10:17:04.485" v="1201" actId="478"/>
          <ac:spMkLst>
            <pc:docMk/>
            <pc:sldMk cId="0" sldId="3081"/>
            <ac:spMk id="112" creationId="{FAC8B4BA-7B22-498E-B9A3-D322A09F542A}"/>
          </ac:spMkLst>
        </pc:spChg>
        <pc:spChg chg="add del">
          <ac:chgData name="Fang, Wei" userId="5b14770b-ebee-4fe4-a387-cf6938eef6b7" providerId="ADAL" clId="{20257825-19D4-4B60-AD69-6321D59740AD}" dt="2025-01-13T10:17:04.485" v="1201" actId="478"/>
          <ac:spMkLst>
            <pc:docMk/>
            <pc:sldMk cId="0" sldId="3081"/>
            <ac:spMk id="113" creationId="{30A05F99-2FDF-4894-8CA7-553C0BD9DECD}"/>
          </ac:spMkLst>
        </pc:spChg>
        <pc:spChg chg="add del">
          <ac:chgData name="Fang, Wei" userId="5b14770b-ebee-4fe4-a387-cf6938eef6b7" providerId="ADAL" clId="{20257825-19D4-4B60-AD69-6321D59740AD}" dt="2025-01-13T10:16:52.840" v="1198" actId="478"/>
          <ac:spMkLst>
            <pc:docMk/>
            <pc:sldMk cId="0" sldId="3081"/>
            <ac:spMk id="115" creationId="{8BD6490A-56A1-4218-B61F-8B4FFC16F4F1}"/>
          </ac:spMkLst>
        </pc:spChg>
        <pc:spChg chg="add del">
          <ac:chgData name="Fang, Wei" userId="5b14770b-ebee-4fe4-a387-cf6938eef6b7" providerId="ADAL" clId="{20257825-19D4-4B60-AD69-6321D59740AD}" dt="2025-01-13T10:17:25.825" v="1207" actId="478"/>
          <ac:spMkLst>
            <pc:docMk/>
            <pc:sldMk cId="0" sldId="3081"/>
            <ac:spMk id="118" creationId="{E7790B13-27B1-4A72-B826-E3780C3ABE6D}"/>
          </ac:spMkLst>
        </pc:spChg>
        <pc:spChg chg="add mod">
          <ac:chgData name="Fang, Wei" userId="5b14770b-ebee-4fe4-a387-cf6938eef6b7" providerId="ADAL" clId="{20257825-19D4-4B60-AD69-6321D59740AD}" dt="2025-01-15T05:47:53.967" v="1645" actId="20577"/>
          <ac:spMkLst>
            <pc:docMk/>
            <pc:sldMk cId="0" sldId="3081"/>
            <ac:spMk id="119" creationId="{299BC1F4-38B4-4C4E-B408-4798D94D3D0A}"/>
          </ac:spMkLst>
        </pc:spChg>
        <pc:spChg chg="add del">
          <ac:chgData name="Fang, Wei" userId="5b14770b-ebee-4fe4-a387-cf6938eef6b7" providerId="ADAL" clId="{20257825-19D4-4B60-AD69-6321D59740AD}" dt="2025-01-13T10:17:13.430" v="1202" actId="478"/>
          <ac:spMkLst>
            <pc:docMk/>
            <pc:sldMk cId="0" sldId="3081"/>
            <ac:spMk id="120" creationId="{891B91C2-0E70-489C-9018-0603B86A4415}"/>
          </ac:spMkLst>
        </pc:spChg>
        <pc:spChg chg="add del">
          <ac:chgData name="Fang, Wei" userId="5b14770b-ebee-4fe4-a387-cf6938eef6b7" providerId="ADAL" clId="{20257825-19D4-4B60-AD69-6321D59740AD}" dt="2025-01-13T10:17:13.430" v="1202" actId="478"/>
          <ac:spMkLst>
            <pc:docMk/>
            <pc:sldMk cId="0" sldId="3081"/>
            <ac:spMk id="121" creationId="{CA3B9FEF-E64D-4748-A9E7-96FFCF1D76AC}"/>
          </ac:spMkLst>
        </pc:spChg>
        <pc:spChg chg="add del">
          <ac:chgData name="Fang, Wei" userId="5b14770b-ebee-4fe4-a387-cf6938eef6b7" providerId="ADAL" clId="{20257825-19D4-4B60-AD69-6321D59740AD}" dt="2025-01-13T10:17:13.430" v="1202" actId="478"/>
          <ac:spMkLst>
            <pc:docMk/>
            <pc:sldMk cId="0" sldId="3081"/>
            <ac:spMk id="122" creationId="{82D50B2A-5DCD-4FB2-AABE-56A937BD465E}"/>
          </ac:spMkLst>
        </pc:spChg>
        <pc:spChg chg="add del">
          <ac:chgData name="Fang, Wei" userId="5b14770b-ebee-4fe4-a387-cf6938eef6b7" providerId="ADAL" clId="{20257825-19D4-4B60-AD69-6321D59740AD}" dt="2025-01-13T10:17:04.485" v="1201" actId="478"/>
          <ac:spMkLst>
            <pc:docMk/>
            <pc:sldMk cId="0" sldId="3081"/>
            <ac:spMk id="123" creationId="{B14E597F-6053-48EF-87F8-FA0E825016AE}"/>
          </ac:spMkLst>
        </pc:spChg>
        <pc:spChg chg="add del">
          <ac:chgData name="Fang, Wei" userId="5b14770b-ebee-4fe4-a387-cf6938eef6b7" providerId="ADAL" clId="{20257825-19D4-4B60-AD69-6321D59740AD}" dt="2025-01-13T10:17:13.430" v="1202" actId="478"/>
          <ac:spMkLst>
            <pc:docMk/>
            <pc:sldMk cId="0" sldId="3081"/>
            <ac:spMk id="125" creationId="{88F211E3-2E13-4BCB-8B15-5C777745E087}"/>
          </ac:spMkLst>
        </pc:spChg>
        <pc:spChg chg="add del">
          <ac:chgData name="Fang, Wei" userId="5b14770b-ebee-4fe4-a387-cf6938eef6b7" providerId="ADAL" clId="{20257825-19D4-4B60-AD69-6321D59740AD}" dt="2025-01-13T10:17:13.430" v="1202" actId="478"/>
          <ac:spMkLst>
            <pc:docMk/>
            <pc:sldMk cId="0" sldId="3081"/>
            <ac:spMk id="129" creationId="{8994F82A-8B41-427D-9F37-156EAC39290D}"/>
          </ac:spMkLst>
        </pc:spChg>
        <pc:spChg chg="add del">
          <ac:chgData name="Fang, Wei" userId="5b14770b-ebee-4fe4-a387-cf6938eef6b7" providerId="ADAL" clId="{20257825-19D4-4B60-AD69-6321D59740AD}" dt="2025-01-13T10:17:13.430" v="1202" actId="478"/>
          <ac:spMkLst>
            <pc:docMk/>
            <pc:sldMk cId="0" sldId="3081"/>
            <ac:spMk id="131" creationId="{6FB36DAA-C477-470F-A469-D2BEAC60FB97}"/>
          </ac:spMkLst>
        </pc:spChg>
        <pc:spChg chg="add mod">
          <ac:chgData name="Fang, Wei" userId="5b14770b-ebee-4fe4-a387-cf6938eef6b7" providerId="ADAL" clId="{20257825-19D4-4B60-AD69-6321D59740AD}" dt="2025-01-13T10:25:41.506" v="1503" actId="1036"/>
          <ac:spMkLst>
            <pc:docMk/>
            <pc:sldMk cId="0" sldId="3081"/>
            <ac:spMk id="132" creationId="{BD666ABF-CCAB-4FD7-9C67-AA7A42E06218}"/>
          </ac:spMkLst>
        </pc:spChg>
        <pc:spChg chg="add del">
          <ac:chgData name="Fang, Wei" userId="5b14770b-ebee-4fe4-a387-cf6938eef6b7" providerId="ADAL" clId="{20257825-19D4-4B60-AD69-6321D59740AD}" dt="2025-01-13T10:17:13.430" v="1202" actId="478"/>
          <ac:spMkLst>
            <pc:docMk/>
            <pc:sldMk cId="0" sldId="3081"/>
            <ac:spMk id="133" creationId="{F7FD695D-A4BA-4683-89B6-79D83E351199}"/>
          </ac:spMkLst>
        </pc:spChg>
        <pc:spChg chg="add mod">
          <ac:chgData name="Fang, Wei" userId="5b14770b-ebee-4fe4-a387-cf6938eef6b7" providerId="ADAL" clId="{20257825-19D4-4B60-AD69-6321D59740AD}" dt="2025-01-13T10:23:25.181" v="1440" actId="1037"/>
          <ac:spMkLst>
            <pc:docMk/>
            <pc:sldMk cId="0" sldId="3081"/>
            <ac:spMk id="135" creationId="{C1D0E32C-0B2B-4867-BE54-01095E0C47CF}"/>
          </ac:spMkLst>
        </pc:spChg>
        <pc:spChg chg="add del mod">
          <ac:chgData name="Fang, Wei" userId="5b14770b-ebee-4fe4-a387-cf6938eef6b7" providerId="ADAL" clId="{20257825-19D4-4B60-AD69-6321D59740AD}" dt="2025-01-15T05:46:56.818" v="1634" actId="478"/>
          <ac:spMkLst>
            <pc:docMk/>
            <pc:sldMk cId="0" sldId="3081"/>
            <ac:spMk id="137" creationId="{4641543E-E04B-4F0B-8190-23A33BB4F062}"/>
          </ac:spMkLst>
        </pc:spChg>
        <pc:spChg chg="del mod">
          <ac:chgData name="Fang, Wei" userId="5b14770b-ebee-4fe4-a387-cf6938eef6b7" providerId="ADAL" clId="{20257825-19D4-4B60-AD69-6321D59740AD}" dt="2025-01-09T12:21:35.716" v="903" actId="478"/>
          <ac:spMkLst>
            <pc:docMk/>
            <pc:sldMk cId="0" sldId="3081"/>
            <ac:spMk id="252" creationId="{00000000-0000-0000-0000-000000000000}"/>
          </ac:spMkLst>
        </pc:spChg>
        <pc:graphicFrameChg chg="del">
          <ac:chgData name="Fang, Wei" userId="5b14770b-ebee-4fe4-a387-cf6938eef6b7" providerId="ADAL" clId="{20257825-19D4-4B60-AD69-6321D59740AD}" dt="2025-01-09T12:21:35.716" v="903" actId="478"/>
          <ac:graphicFrameMkLst>
            <pc:docMk/>
            <pc:sldMk cId="0" sldId="3081"/>
            <ac:graphicFrameMk id="3" creationId="{00000000-0000-0000-0000-000000000000}"/>
          </ac:graphicFrameMkLst>
        </pc:graphicFrameChg>
        <pc:graphicFrameChg chg="del">
          <ac:chgData name="Fang, Wei" userId="5b14770b-ebee-4fe4-a387-cf6938eef6b7" providerId="ADAL" clId="{20257825-19D4-4B60-AD69-6321D59740AD}" dt="2025-01-09T12:21:35.716" v="903" actId="478"/>
          <ac:graphicFrameMkLst>
            <pc:docMk/>
            <pc:sldMk cId="0" sldId="3081"/>
            <ac:graphicFrameMk id="8" creationId="{00000000-0000-0000-0000-000000000000}"/>
          </ac:graphicFrameMkLst>
        </pc:graphicFrameChg>
        <pc:graphicFrameChg chg="del">
          <ac:chgData name="Fang, Wei" userId="5b14770b-ebee-4fe4-a387-cf6938eef6b7" providerId="ADAL" clId="{20257825-19D4-4B60-AD69-6321D59740AD}" dt="2025-01-09T12:21:35.716" v="903" actId="478"/>
          <ac:graphicFrameMkLst>
            <pc:docMk/>
            <pc:sldMk cId="0" sldId="3081"/>
            <ac:graphicFrameMk id="15" creationId="{00000000-0000-0000-0000-000000000000}"/>
          </ac:graphicFrameMkLst>
        </pc:graphicFrameChg>
        <pc:graphicFrameChg chg="del modGraphic">
          <ac:chgData name="Fang, Wei" userId="5b14770b-ebee-4fe4-a387-cf6938eef6b7" providerId="ADAL" clId="{20257825-19D4-4B60-AD69-6321D59740AD}" dt="2025-01-09T12:21:35.716" v="903" actId="478"/>
          <ac:graphicFrameMkLst>
            <pc:docMk/>
            <pc:sldMk cId="0" sldId="3081"/>
            <ac:graphicFrameMk id="18" creationId="{00000000-0000-0000-0000-000000000000}"/>
          </ac:graphicFrameMkLst>
        </pc:graphicFrameChg>
        <pc:graphicFrameChg chg="del mod">
          <ac:chgData name="Fang, Wei" userId="5b14770b-ebee-4fe4-a387-cf6938eef6b7" providerId="ADAL" clId="{20257825-19D4-4B60-AD69-6321D59740AD}" dt="2025-01-09T12:21:35.716" v="903" actId="478"/>
          <ac:graphicFrameMkLst>
            <pc:docMk/>
            <pc:sldMk cId="0" sldId="3081"/>
            <ac:graphicFrameMk id="34" creationId="{00000000-0000-0000-0000-000000000000}"/>
          </ac:graphicFrameMkLst>
        </pc:graphicFrameChg>
        <pc:graphicFrameChg chg="add mod">
          <ac:chgData name="Fang, Wei" userId="5b14770b-ebee-4fe4-a387-cf6938eef6b7" providerId="ADAL" clId="{20257825-19D4-4B60-AD69-6321D59740AD}" dt="2025-01-13T10:24:25.576" v="1471" actId="1036"/>
          <ac:graphicFrameMkLst>
            <pc:docMk/>
            <pc:sldMk cId="0" sldId="3081"/>
            <ac:graphicFrameMk id="62" creationId="{473B62F4-3A0E-489E-B4C9-A31B9763FD87}"/>
          </ac:graphicFrameMkLst>
        </pc:graphicFrameChg>
        <pc:graphicFrameChg chg="add">
          <ac:chgData name="Fang, Wei" userId="5b14770b-ebee-4fe4-a387-cf6938eef6b7" providerId="ADAL" clId="{20257825-19D4-4B60-AD69-6321D59740AD}" dt="2025-01-09T12:21:51.580" v="904"/>
          <ac:graphicFrameMkLst>
            <pc:docMk/>
            <pc:sldMk cId="0" sldId="3081"/>
            <ac:graphicFrameMk id="104" creationId="{1E61ECA9-36E7-4BAA-A939-6A7391D6D533}"/>
          </ac:graphicFrameMkLst>
        </pc:graphicFrameChg>
        <pc:graphicFrameChg chg="add mod">
          <ac:chgData name="Fang, Wei" userId="5b14770b-ebee-4fe4-a387-cf6938eef6b7" providerId="ADAL" clId="{20257825-19D4-4B60-AD69-6321D59740AD}" dt="2025-01-13T10:24:25.576" v="1471" actId="1036"/>
          <ac:graphicFrameMkLst>
            <pc:docMk/>
            <pc:sldMk cId="0" sldId="3081"/>
            <ac:graphicFrameMk id="106" creationId="{49B2BBDF-3A19-41BE-B907-26954B327CBF}"/>
          </ac:graphicFrameMkLst>
        </pc:graphicFrameChg>
        <pc:graphicFrameChg chg="add mod">
          <ac:chgData name="Fang, Wei" userId="5b14770b-ebee-4fe4-a387-cf6938eef6b7" providerId="ADAL" clId="{20257825-19D4-4B60-AD69-6321D59740AD}" dt="2025-01-13T10:24:25.576" v="1471" actId="1036"/>
          <ac:graphicFrameMkLst>
            <pc:docMk/>
            <pc:sldMk cId="0" sldId="3081"/>
            <ac:graphicFrameMk id="108" creationId="{C0774AF4-5E01-4F40-8BBF-E7E04828FAA2}"/>
          </ac:graphicFrameMkLst>
        </pc:graphicFrameChg>
        <pc:graphicFrameChg chg="add mod modGraphic">
          <ac:chgData name="Fang, Wei" userId="5b14770b-ebee-4fe4-a387-cf6938eef6b7" providerId="ADAL" clId="{20257825-19D4-4B60-AD69-6321D59740AD}" dt="2025-01-13T10:25:41.506" v="1503" actId="1036"/>
          <ac:graphicFrameMkLst>
            <pc:docMk/>
            <pc:sldMk cId="0" sldId="3081"/>
            <ac:graphicFrameMk id="126" creationId="{9E86FD7C-9781-43B8-BE21-270A47E62CFC}"/>
          </ac:graphicFrameMkLst>
        </pc:graphicFrameChg>
        <pc:cxnChg chg="del">
          <ac:chgData name="Fang, Wei" userId="5b14770b-ebee-4fe4-a387-cf6938eef6b7" providerId="ADAL" clId="{20257825-19D4-4B60-AD69-6321D59740AD}" dt="2025-01-09T12:21:35.716" v="903" actId="478"/>
          <ac:cxnSpMkLst>
            <pc:docMk/>
            <pc:sldMk cId="0" sldId="3081"/>
            <ac:cxnSpMk id="5" creationId="{00000000-0000-0000-0000-000000000000}"/>
          </ac:cxnSpMkLst>
        </pc:cxnChg>
        <pc:cxnChg chg="del mod">
          <ac:chgData name="Fang, Wei" userId="5b14770b-ebee-4fe4-a387-cf6938eef6b7" providerId="ADAL" clId="{20257825-19D4-4B60-AD69-6321D59740AD}" dt="2025-01-09T12:03:14.102" v="559" actId="478"/>
          <ac:cxnSpMkLst>
            <pc:docMk/>
            <pc:sldMk cId="0" sldId="3081"/>
            <ac:cxnSpMk id="6" creationId="{00000000-0000-0000-0000-000000000000}"/>
          </ac:cxnSpMkLst>
        </pc:cxnChg>
        <pc:cxnChg chg="del mod">
          <ac:chgData name="Fang, Wei" userId="5b14770b-ebee-4fe4-a387-cf6938eef6b7" providerId="ADAL" clId="{20257825-19D4-4B60-AD69-6321D59740AD}" dt="2025-01-09T12:21:35.716" v="903" actId="478"/>
          <ac:cxnSpMkLst>
            <pc:docMk/>
            <pc:sldMk cId="0" sldId="3081"/>
            <ac:cxnSpMk id="21" creationId="{00000000-0000-0000-0000-000000000000}"/>
          </ac:cxnSpMkLst>
        </pc:cxnChg>
        <pc:cxnChg chg="del">
          <ac:chgData name="Fang, Wei" userId="5b14770b-ebee-4fe4-a387-cf6938eef6b7" providerId="ADAL" clId="{20257825-19D4-4B60-AD69-6321D59740AD}" dt="2025-01-09T12:21:35.716" v="903" actId="478"/>
          <ac:cxnSpMkLst>
            <pc:docMk/>
            <pc:sldMk cId="0" sldId="3081"/>
            <ac:cxnSpMk id="23" creationId="{00000000-0000-0000-0000-000000000000}"/>
          </ac:cxnSpMkLst>
        </pc:cxnChg>
        <pc:cxnChg chg="del">
          <ac:chgData name="Fang, Wei" userId="5b14770b-ebee-4fe4-a387-cf6938eef6b7" providerId="ADAL" clId="{20257825-19D4-4B60-AD69-6321D59740AD}" dt="2025-01-09T12:21:35.716" v="903" actId="478"/>
          <ac:cxnSpMkLst>
            <pc:docMk/>
            <pc:sldMk cId="0" sldId="3081"/>
            <ac:cxnSpMk id="27" creationId="{00000000-0000-0000-0000-000000000000}"/>
          </ac:cxnSpMkLst>
        </pc:cxnChg>
        <pc:cxnChg chg="del">
          <ac:chgData name="Fang, Wei" userId="5b14770b-ebee-4fe4-a387-cf6938eef6b7" providerId="ADAL" clId="{20257825-19D4-4B60-AD69-6321D59740AD}" dt="2025-01-09T12:03:10.343" v="556" actId="478"/>
          <ac:cxnSpMkLst>
            <pc:docMk/>
            <pc:sldMk cId="0" sldId="3081"/>
            <ac:cxnSpMk id="29" creationId="{00000000-0000-0000-0000-000000000000}"/>
          </ac:cxnSpMkLst>
        </pc:cxnChg>
        <pc:cxnChg chg="del">
          <ac:chgData name="Fang, Wei" userId="5b14770b-ebee-4fe4-a387-cf6938eef6b7" providerId="ADAL" clId="{20257825-19D4-4B60-AD69-6321D59740AD}" dt="2025-01-09T12:03:10.343" v="556" actId="478"/>
          <ac:cxnSpMkLst>
            <pc:docMk/>
            <pc:sldMk cId="0" sldId="3081"/>
            <ac:cxnSpMk id="30" creationId="{00000000-0000-0000-0000-000000000000}"/>
          </ac:cxnSpMkLst>
        </pc:cxnChg>
        <pc:cxnChg chg="del">
          <ac:chgData name="Fang, Wei" userId="5b14770b-ebee-4fe4-a387-cf6938eef6b7" providerId="ADAL" clId="{20257825-19D4-4B60-AD69-6321D59740AD}" dt="2025-01-09T12:03:00.421" v="553" actId="478"/>
          <ac:cxnSpMkLst>
            <pc:docMk/>
            <pc:sldMk cId="0" sldId="3081"/>
            <ac:cxnSpMk id="32" creationId="{00000000-0000-0000-0000-000000000000}"/>
          </ac:cxnSpMkLst>
        </pc:cxnChg>
        <pc:cxnChg chg="del">
          <ac:chgData name="Fang, Wei" userId="5b14770b-ebee-4fe4-a387-cf6938eef6b7" providerId="ADAL" clId="{20257825-19D4-4B60-AD69-6321D59740AD}" dt="2025-01-09T12:03:12.970" v="558" actId="478"/>
          <ac:cxnSpMkLst>
            <pc:docMk/>
            <pc:sldMk cId="0" sldId="3081"/>
            <ac:cxnSpMk id="41" creationId="{00000000-0000-0000-0000-000000000000}"/>
          </ac:cxnSpMkLst>
        </pc:cxnChg>
        <pc:cxnChg chg="del mod">
          <ac:chgData name="Fang, Wei" userId="5b14770b-ebee-4fe4-a387-cf6938eef6b7" providerId="ADAL" clId="{20257825-19D4-4B60-AD69-6321D59740AD}" dt="2025-01-09T12:21:35.716" v="903" actId="478"/>
          <ac:cxnSpMkLst>
            <pc:docMk/>
            <pc:sldMk cId="0" sldId="3081"/>
            <ac:cxnSpMk id="57" creationId="{00000000-0000-0000-0000-000000000000}"/>
          </ac:cxnSpMkLst>
        </pc:cxnChg>
        <pc:cxnChg chg="add mod">
          <ac:chgData name="Fang, Wei" userId="5b14770b-ebee-4fe4-a387-cf6938eef6b7" providerId="ADAL" clId="{20257825-19D4-4B60-AD69-6321D59740AD}" dt="2025-01-13T10:27:45.148" v="1543" actId="208"/>
          <ac:cxnSpMkLst>
            <pc:docMk/>
            <pc:sldMk cId="0" sldId="3081"/>
            <ac:cxnSpMk id="59" creationId="{33E1F4DE-0116-4FBC-8407-792DC4C48FA3}"/>
          </ac:cxnSpMkLst>
        </pc:cxnChg>
        <pc:cxnChg chg="del mod">
          <ac:chgData name="Fang, Wei" userId="5b14770b-ebee-4fe4-a387-cf6938eef6b7" providerId="ADAL" clId="{20257825-19D4-4B60-AD69-6321D59740AD}" dt="2025-01-09T12:02:55.314" v="551" actId="478"/>
          <ac:cxnSpMkLst>
            <pc:docMk/>
            <pc:sldMk cId="0" sldId="3081"/>
            <ac:cxnSpMk id="61" creationId="{00000000-0000-0000-0000-000000000000}"/>
          </ac:cxnSpMkLst>
        </pc:cxnChg>
        <pc:cxnChg chg="add mod">
          <ac:chgData name="Fang, Wei" userId="5b14770b-ebee-4fe4-a387-cf6938eef6b7" providerId="ADAL" clId="{20257825-19D4-4B60-AD69-6321D59740AD}" dt="2025-01-13T10:25:23.552" v="1488" actId="208"/>
          <ac:cxnSpMkLst>
            <pc:docMk/>
            <pc:sldMk cId="0" sldId="3081"/>
            <ac:cxnSpMk id="74" creationId="{B768E04C-7DBC-4D7E-82E1-419F057D93B6}"/>
          </ac:cxnSpMkLst>
        </pc:cxnChg>
        <pc:cxnChg chg="del">
          <ac:chgData name="Fang, Wei" userId="5b14770b-ebee-4fe4-a387-cf6938eef6b7" providerId="ADAL" clId="{20257825-19D4-4B60-AD69-6321D59740AD}" dt="2025-01-09T12:03:10.343" v="556" actId="478"/>
          <ac:cxnSpMkLst>
            <pc:docMk/>
            <pc:sldMk cId="0" sldId="3081"/>
            <ac:cxnSpMk id="79" creationId="{00000000-0000-0000-0000-000000000000}"/>
          </ac:cxnSpMkLst>
        </pc:cxnChg>
        <pc:cxnChg chg="del mod">
          <ac:chgData name="Fang, Wei" userId="5b14770b-ebee-4fe4-a387-cf6938eef6b7" providerId="ADAL" clId="{20257825-19D4-4B60-AD69-6321D59740AD}" dt="2025-01-09T12:21:35.716" v="903" actId="478"/>
          <ac:cxnSpMkLst>
            <pc:docMk/>
            <pc:sldMk cId="0" sldId="3081"/>
            <ac:cxnSpMk id="82" creationId="{00000000-0000-0000-0000-000000000000}"/>
          </ac:cxnSpMkLst>
        </pc:cxnChg>
        <pc:cxnChg chg="add del mod">
          <ac:chgData name="Fang, Wei" userId="5b14770b-ebee-4fe4-a387-cf6938eef6b7" providerId="ADAL" clId="{20257825-19D4-4B60-AD69-6321D59740AD}" dt="2025-01-13T10:16:54.415" v="1199" actId="478"/>
          <ac:cxnSpMkLst>
            <pc:docMk/>
            <pc:sldMk cId="0" sldId="3081"/>
            <ac:cxnSpMk id="83" creationId="{4D5ED5C1-FAD1-45CE-BD41-407823BD393C}"/>
          </ac:cxnSpMkLst>
        </pc:cxnChg>
        <pc:cxnChg chg="del mod">
          <ac:chgData name="Fang, Wei" userId="5b14770b-ebee-4fe4-a387-cf6938eef6b7" providerId="ADAL" clId="{20257825-19D4-4B60-AD69-6321D59740AD}" dt="2025-01-09T12:03:12.095" v="557" actId="478"/>
          <ac:cxnSpMkLst>
            <pc:docMk/>
            <pc:sldMk cId="0" sldId="3081"/>
            <ac:cxnSpMk id="85" creationId="{00000000-0000-0000-0000-000000000000}"/>
          </ac:cxnSpMkLst>
        </pc:cxnChg>
        <pc:cxnChg chg="add del">
          <ac:chgData name="Fang, Wei" userId="5b14770b-ebee-4fe4-a387-cf6938eef6b7" providerId="ADAL" clId="{20257825-19D4-4B60-AD69-6321D59740AD}" dt="2025-01-13T10:17:17.225" v="1203" actId="478"/>
          <ac:cxnSpMkLst>
            <pc:docMk/>
            <pc:sldMk cId="0" sldId="3081"/>
            <ac:cxnSpMk id="88" creationId="{333C27DC-0550-413E-9ED8-2E841032955A}"/>
          </ac:cxnSpMkLst>
        </pc:cxnChg>
        <pc:cxnChg chg="add mod">
          <ac:chgData name="Fang, Wei" userId="5b14770b-ebee-4fe4-a387-cf6938eef6b7" providerId="ADAL" clId="{20257825-19D4-4B60-AD69-6321D59740AD}" dt="2025-01-13T10:24:36.061" v="1478" actId="1036"/>
          <ac:cxnSpMkLst>
            <pc:docMk/>
            <pc:sldMk cId="0" sldId="3081"/>
            <ac:cxnSpMk id="89" creationId="{F381240C-D155-4CAD-8416-5B7ABF5609E4}"/>
          </ac:cxnSpMkLst>
        </pc:cxnChg>
        <pc:cxnChg chg="add del mod">
          <ac:chgData name="Fang, Wei" userId="5b14770b-ebee-4fe4-a387-cf6938eef6b7" providerId="ADAL" clId="{20257825-19D4-4B60-AD69-6321D59740AD}" dt="2025-01-13T10:17:21.410" v="1204" actId="478"/>
          <ac:cxnSpMkLst>
            <pc:docMk/>
            <pc:sldMk cId="0" sldId="3081"/>
            <ac:cxnSpMk id="92" creationId="{ECA592D3-2755-4B9B-9719-EB4DD9CC085F}"/>
          </ac:cxnSpMkLst>
        </pc:cxnChg>
        <pc:cxnChg chg="del mod">
          <ac:chgData name="Fang, Wei" userId="5b14770b-ebee-4fe4-a387-cf6938eef6b7" providerId="ADAL" clId="{20257825-19D4-4B60-AD69-6321D59740AD}" dt="2025-01-09T12:21:35.716" v="903" actId="478"/>
          <ac:cxnSpMkLst>
            <pc:docMk/>
            <pc:sldMk cId="0" sldId="3081"/>
            <ac:cxnSpMk id="95" creationId="{00000000-0000-0000-0000-000000000000}"/>
          </ac:cxnSpMkLst>
        </pc:cxnChg>
        <pc:cxnChg chg="add mod">
          <ac:chgData name="Fang, Wei" userId="5b14770b-ebee-4fe4-a387-cf6938eef6b7" providerId="ADAL" clId="{20257825-19D4-4B60-AD69-6321D59740AD}" dt="2025-01-13T10:25:41.506" v="1503" actId="1036"/>
          <ac:cxnSpMkLst>
            <pc:docMk/>
            <pc:sldMk cId="0" sldId="3081"/>
            <ac:cxnSpMk id="96" creationId="{58C30B0F-A3C2-4646-A6CD-B640C28F9D53}"/>
          </ac:cxnSpMkLst>
        </pc:cxnChg>
        <pc:cxnChg chg="add mod">
          <ac:chgData name="Fang, Wei" userId="5b14770b-ebee-4fe4-a387-cf6938eef6b7" providerId="ADAL" clId="{20257825-19D4-4B60-AD69-6321D59740AD}" dt="2025-01-13T10:25:21.166" v="1487" actId="208"/>
          <ac:cxnSpMkLst>
            <pc:docMk/>
            <pc:sldMk cId="0" sldId="3081"/>
            <ac:cxnSpMk id="109" creationId="{0530265F-BD9E-446C-8EB3-B106F7C1422A}"/>
          </ac:cxnSpMkLst>
        </pc:cxnChg>
        <pc:cxnChg chg="add del">
          <ac:chgData name="Fang, Wei" userId="5b14770b-ebee-4fe4-a387-cf6938eef6b7" providerId="ADAL" clId="{20257825-19D4-4B60-AD69-6321D59740AD}" dt="2025-01-13T10:17:13.430" v="1202" actId="478"/>
          <ac:cxnSpMkLst>
            <pc:docMk/>
            <pc:sldMk cId="0" sldId="3081"/>
            <ac:cxnSpMk id="114" creationId="{CD017E3A-009C-406E-B708-09C810D72BE8}"/>
          </ac:cxnSpMkLst>
        </pc:cxnChg>
        <pc:cxnChg chg="add del mod">
          <ac:chgData name="Fang, Wei" userId="5b14770b-ebee-4fe4-a387-cf6938eef6b7" providerId="ADAL" clId="{20257825-19D4-4B60-AD69-6321D59740AD}" dt="2025-01-13T10:25:03.133" v="1482" actId="478"/>
          <ac:cxnSpMkLst>
            <pc:docMk/>
            <pc:sldMk cId="0" sldId="3081"/>
            <ac:cxnSpMk id="116" creationId="{B1207043-FBE3-43BE-92DE-786BCB6F40CA}"/>
          </ac:cxnSpMkLst>
        </pc:cxnChg>
        <pc:cxnChg chg="add del mod">
          <ac:chgData name="Fang, Wei" userId="5b14770b-ebee-4fe4-a387-cf6938eef6b7" providerId="ADAL" clId="{20257825-19D4-4B60-AD69-6321D59740AD}" dt="2025-01-13T10:17:24.445" v="1206" actId="478"/>
          <ac:cxnSpMkLst>
            <pc:docMk/>
            <pc:sldMk cId="0" sldId="3081"/>
            <ac:cxnSpMk id="117" creationId="{8C04EB9B-3AD2-4A1E-B539-47E03DAC10E3}"/>
          </ac:cxnSpMkLst>
        </pc:cxnChg>
        <pc:cxnChg chg="add del">
          <ac:chgData name="Fang, Wei" userId="5b14770b-ebee-4fe4-a387-cf6938eef6b7" providerId="ADAL" clId="{20257825-19D4-4B60-AD69-6321D59740AD}" dt="2025-01-13T10:17:41.638" v="1209" actId="478"/>
          <ac:cxnSpMkLst>
            <pc:docMk/>
            <pc:sldMk cId="0" sldId="3081"/>
            <ac:cxnSpMk id="124" creationId="{204CEEB1-091C-46A5-A4D6-BC8548066E85}"/>
          </ac:cxnSpMkLst>
        </pc:cxnChg>
        <pc:cxnChg chg="add">
          <ac:chgData name="Fang, Wei" userId="5b14770b-ebee-4fe4-a387-cf6938eef6b7" providerId="ADAL" clId="{20257825-19D4-4B60-AD69-6321D59740AD}" dt="2025-01-09T12:21:51.580" v="904"/>
          <ac:cxnSpMkLst>
            <pc:docMk/>
            <pc:sldMk cId="0" sldId="3081"/>
            <ac:cxnSpMk id="127" creationId="{0CAB6C21-7095-4518-88CB-6D7A1FFEF0A8}"/>
          </ac:cxnSpMkLst>
        </pc:cxnChg>
        <pc:cxnChg chg="add">
          <ac:chgData name="Fang, Wei" userId="5b14770b-ebee-4fe4-a387-cf6938eef6b7" providerId="ADAL" clId="{20257825-19D4-4B60-AD69-6321D59740AD}" dt="2025-01-09T12:21:51.580" v="904"/>
          <ac:cxnSpMkLst>
            <pc:docMk/>
            <pc:sldMk cId="0" sldId="3081"/>
            <ac:cxnSpMk id="128" creationId="{07A9B67E-0495-4102-A729-DC83969D3CB1}"/>
          </ac:cxnSpMkLst>
        </pc:cxnChg>
        <pc:cxnChg chg="add del">
          <ac:chgData name="Fang, Wei" userId="5b14770b-ebee-4fe4-a387-cf6938eef6b7" providerId="ADAL" clId="{20257825-19D4-4B60-AD69-6321D59740AD}" dt="2025-01-13T10:17:13.430" v="1202" actId="478"/>
          <ac:cxnSpMkLst>
            <pc:docMk/>
            <pc:sldMk cId="0" sldId="3081"/>
            <ac:cxnSpMk id="130" creationId="{43ADD100-2B1D-4EFA-BB68-9509A4301260}"/>
          </ac:cxnSpMkLst>
        </pc:cxnChg>
        <pc:cxnChg chg="add del mod">
          <ac:chgData name="Fang, Wei" userId="5b14770b-ebee-4fe4-a387-cf6938eef6b7" providerId="ADAL" clId="{20257825-19D4-4B60-AD69-6321D59740AD}" dt="2025-01-13T10:17:23.189" v="1205" actId="478"/>
          <ac:cxnSpMkLst>
            <pc:docMk/>
            <pc:sldMk cId="0" sldId="3081"/>
            <ac:cxnSpMk id="134" creationId="{4027999A-140E-4C20-9244-FD004DD7BFD0}"/>
          </ac:cxnSpMkLst>
        </pc:cxnChg>
        <pc:cxnChg chg="add mod">
          <ac:chgData name="Fang, Wei" userId="5b14770b-ebee-4fe4-a387-cf6938eef6b7" providerId="ADAL" clId="{20257825-19D4-4B60-AD69-6321D59740AD}" dt="2025-01-13T10:27:51.209" v="1544" actId="208"/>
          <ac:cxnSpMkLst>
            <pc:docMk/>
            <pc:sldMk cId="0" sldId="3081"/>
            <ac:cxnSpMk id="136" creationId="{CAFD32A3-1FA1-4419-8D56-756A41C333FE}"/>
          </ac:cxnSpMkLst>
        </pc:cxnChg>
      </pc:sldChg>
      <pc:sldChg chg="addSp delSp modSp add">
        <pc:chgData name="Fang, Wei" userId="5b14770b-ebee-4fe4-a387-cf6938eef6b7" providerId="ADAL" clId="{20257825-19D4-4B60-AD69-6321D59740AD}" dt="2025-01-10T06:10:29.520" v="1121" actId="1076"/>
        <pc:sldMkLst>
          <pc:docMk/>
          <pc:sldMk cId="2202417220" sldId="3082"/>
        </pc:sldMkLst>
        <pc:spChg chg="del">
          <ac:chgData name="Fang, Wei" userId="5b14770b-ebee-4fe4-a387-cf6938eef6b7" providerId="ADAL" clId="{20257825-19D4-4B60-AD69-6321D59740AD}" dt="2025-01-10T06:09:32.540" v="1093" actId="478"/>
          <ac:spMkLst>
            <pc:docMk/>
            <pc:sldMk cId="2202417220" sldId="3082"/>
            <ac:spMk id="2" creationId="{C2D7596D-DF84-4348-91EB-F6C61BB6EAFB}"/>
          </ac:spMkLst>
        </pc:spChg>
        <pc:spChg chg="mod">
          <ac:chgData name="Fang, Wei" userId="5b14770b-ebee-4fe4-a387-cf6938eef6b7" providerId="ADAL" clId="{20257825-19D4-4B60-AD69-6321D59740AD}" dt="2025-01-10T06:08:51.593" v="1078"/>
          <ac:spMkLst>
            <pc:docMk/>
            <pc:sldMk cId="2202417220" sldId="3082"/>
            <ac:spMk id="4" creationId="{00000000-0000-0000-0000-000000000000}"/>
          </ac:spMkLst>
        </pc:spChg>
        <pc:spChg chg="del">
          <ac:chgData name="Fang, Wei" userId="5b14770b-ebee-4fe4-a387-cf6938eef6b7" providerId="ADAL" clId="{20257825-19D4-4B60-AD69-6321D59740AD}" dt="2025-01-10T06:09:32.540" v="1093" actId="478"/>
          <ac:spMkLst>
            <pc:docMk/>
            <pc:sldMk cId="2202417220" sldId="3082"/>
            <ac:spMk id="26" creationId="{528E4AB7-D3D0-4456-9102-5328A1D0E83A}"/>
          </ac:spMkLst>
        </pc:spChg>
        <pc:spChg chg="del">
          <ac:chgData name="Fang, Wei" userId="5b14770b-ebee-4fe4-a387-cf6938eef6b7" providerId="ADAL" clId="{20257825-19D4-4B60-AD69-6321D59740AD}" dt="2025-01-10T06:09:32.540" v="1093" actId="478"/>
          <ac:spMkLst>
            <pc:docMk/>
            <pc:sldMk cId="2202417220" sldId="3082"/>
            <ac:spMk id="63" creationId="{7F2EB427-4D07-4A48-A11E-0B2CF86D7CDD}"/>
          </ac:spMkLst>
        </pc:spChg>
        <pc:spChg chg="del">
          <ac:chgData name="Fang, Wei" userId="5b14770b-ebee-4fe4-a387-cf6938eef6b7" providerId="ADAL" clId="{20257825-19D4-4B60-AD69-6321D59740AD}" dt="2025-01-10T06:09:32.540" v="1093" actId="478"/>
          <ac:spMkLst>
            <pc:docMk/>
            <pc:sldMk cId="2202417220" sldId="3082"/>
            <ac:spMk id="64" creationId="{857C6E66-F515-40A0-8AEF-2A262FDAD84C}"/>
          </ac:spMkLst>
        </pc:spChg>
        <pc:spChg chg="del">
          <ac:chgData name="Fang, Wei" userId="5b14770b-ebee-4fe4-a387-cf6938eef6b7" providerId="ADAL" clId="{20257825-19D4-4B60-AD69-6321D59740AD}" dt="2025-01-10T06:09:32.540" v="1093" actId="478"/>
          <ac:spMkLst>
            <pc:docMk/>
            <pc:sldMk cId="2202417220" sldId="3082"/>
            <ac:spMk id="65" creationId="{6A1CEBCF-2E7B-4731-8DFA-6B77BB92B44D}"/>
          </ac:spMkLst>
        </pc:spChg>
        <pc:spChg chg="del">
          <ac:chgData name="Fang, Wei" userId="5b14770b-ebee-4fe4-a387-cf6938eef6b7" providerId="ADAL" clId="{20257825-19D4-4B60-AD69-6321D59740AD}" dt="2025-01-10T06:09:32.540" v="1093" actId="478"/>
          <ac:spMkLst>
            <pc:docMk/>
            <pc:sldMk cId="2202417220" sldId="3082"/>
            <ac:spMk id="67" creationId="{B574B2A4-E0ED-41FE-A95A-A3C3DC5962B7}"/>
          </ac:spMkLst>
        </pc:spChg>
        <pc:spChg chg="del">
          <ac:chgData name="Fang, Wei" userId="5b14770b-ebee-4fe4-a387-cf6938eef6b7" providerId="ADAL" clId="{20257825-19D4-4B60-AD69-6321D59740AD}" dt="2025-01-10T06:09:32.540" v="1093" actId="478"/>
          <ac:spMkLst>
            <pc:docMk/>
            <pc:sldMk cId="2202417220" sldId="3082"/>
            <ac:spMk id="68" creationId="{228E7A43-BB48-4D70-9820-892BC62E9AC7}"/>
          </ac:spMkLst>
        </pc:spChg>
        <pc:spChg chg="del">
          <ac:chgData name="Fang, Wei" userId="5b14770b-ebee-4fe4-a387-cf6938eef6b7" providerId="ADAL" clId="{20257825-19D4-4B60-AD69-6321D59740AD}" dt="2025-01-10T06:09:32.540" v="1093" actId="478"/>
          <ac:spMkLst>
            <pc:docMk/>
            <pc:sldMk cId="2202417220" sldId="3082"/>
            <ac:spMk id="76" creationId="{103A6DCE-764F-445E-AA1E-A415E1E79C5C}"/>
          </ac:spMkLst>
        </pc:spChg>
        <pc:spChg chg="del">
          <ac:chgData name="Fang, Wei" userId="5b14770b-ebee-4fe4-a387-cf6938eef6b7" providerId="ADAL" clId="{20257825-19D4-4B60-AD69-6321D59740AD}" dt="2025-01-10T06:09:32.540" v="1093" actId="478"/>
          <ac:spMkLst>
            <pc:docMk/>
            <pc:sldMk cId="2202417220" sldId="3082"/>
            <ac:spMk id="84" creationId="{8A72546A-E028-4D0F-B314-071E34C01ED0}"/>
          </ac:spMkLst>
        </pc:spChg>
        <pc:spChg chg="del">
          <ac:chgData name="Fang, Wei" userId="5b14770b-ebee-4fe4-a387-cf6938eef6b7" providerId="ADAL" clId="{20257825-19D4-4B60-AD69-6321D59740AD}" dt="2025-01-10T06:09:32.540" v="1093" actId="478"/>
          <ac:spMkLst>
            <pc:docMk/>
            <pc:sldMk cId="2202417220" sldId="3082"/>
            <ac:spMk id="86" creationId="{D00D75C3-6083-4B6D-A239-377605CF719A}"/>
          </ac:spMkLst>
        </pc:spChg>
        <pc:spChg chg="del">
          <ac:chgData name="Fang, Wei" userId="5b14770b-ebee-4fe4-a387-cf6938eef6b7" providerId="ADAL" clId="{20257825-19D4-4B60-AD69-6321D59740AD}" dt="2025-01-10T06:09:32.540" v="1093" actId="478"/>
          <ac:spMkLst>
            <pc:docMk/>
            <pc:sldMk cId="2202417220" sldId="3082"/>
            <ac:spMk id="88" creationId="{91AEDC5F-5CFF-4839-B100-986BC7B2BE15}"/>
          </ac:spMkLst>
        </pc:spChg>
        <pc:spChg chg="del">
          <ac:chgData name="Fang, Wei" userId="5b14770b-ebee-4fe4-a387-cf6938eef6b7" providerId="ADAL" clId="{20257825-19D4-4B60-AD69-6321D59740AD}" dt="2025-01-10T06:09:32.540" v="1093" actId="478"/>
          <ac:spMkLst>
            <pc:docMk/>
            <pc:sldMk cId="2202417220" sldId="3082"/>
            <ac:spMk id="89" creationId="{D35F90D4-E155-4162-AB14-F051CF31290D}"/>
          </ac:spMkLst>
        </pc:spChg>
        <pc:spChg chg="del">
          <ac:chgData name="Fang, Wei" userId="5b14770b-ebee-4fe4-a387-cf6938eef6b7" providerId="ADAL" clId="{20257825-19D4-4B60-AD69-6321D59740AD}" dt="2025-01-10T06:09:32.540" v="1093" actId="478"/>
          <ac:spMkLst>
            <pc:docMk/>
            <pc:sldMk cId="2202417220" sldId="3082"/>
            <ac:spMk id="92" creationId="{C8BC6DED-EBB9-43EF-93C9-DC4678333646}"/>
          </ac:spMkLst>
        </pc:spChg>
        <pc:spChg chg="del">
          <ac:chgData name="Fang, Wei" userId="5b14770b-ebee-4fe4-a387-cf6938eef6b7" providerId="ADAL" clId="{20257825-19D4-4B60-AD69-6321D59740AD}" dt="2025-01-10T06:09:32.540" v="1093" actId="478"/>
          <ac:spMkLst>
            <pc:docMk/>
            <pc:sldMk cId="2202417220" sldId="3082"/>
            <ac:spMk id="93" creationId="{7BAC1191-8253-41E8-9E2B-AF0197A187B9}"/>
          </ac:spMkLst>
        </pc:spChg>
        <pc:spChg chg="del">
          <ac:chgData name="Fang, Wei" userId="5b14770b-ebee-4fe4-a387-cf6938eef6b7" providerId="ADAL" clId="{20257825-19D4-4B60-AD69-6321D59740AD}" dt="2025-01-10T06:09:32.540" v="1093" actId="478"/>
          <ac:spMkLst>
            <pc:docMk/>
            <pc:sldMk cId="2202417220" sldId="3082"/>
            <ac:spMk id="94" creationId="{889D140B-33A2-4CD8-8D61-3D6A3B13A850}"/>
          </ac:spMkLst>
        </pc:spChg>
        <pc:spChg chg="mod">
          <ac:chgData name="Fang, Wei" userId="5b14770b-ebee-4fe4-a387-cf6938eef6b7" providerId="ADAL" clId="{20257825-19D4-4B60-AD69-6321D59740AD}" dt="2025-01-10T06:10:07.466" v="1117" actId="14100"/>
          <ac:spMkLst>
            <pc:docMk/>
            <pc:sldMk cId="2202417220" sldId="3082"/>
            <ac:spMk id="96" creationId="{0B6AC1AC-9A81-47C4-BF67-9935CB3D9CA1}"/>
          </ac:spMkLst>
        </pc:spChg>
        <pc:spChg chg="del">
          <ac:chgData name="Fang, Wei" userId="5b14770b-ebee-4fe4-a387-cf6938eef6b7" providerId="ADAL" clId="{20257825-19D4-4B60-AD69-6321D59740AD}" dt="2025-01-10T06:09:32.540" v="1093" actId="478"/>
          <ac:spMkLst>
            <pc:docMk/>
            <pc:sldMk cId="2202417220" sldId="3082"/>
            <ac:spMk id="97" creationId="{6B35B074-AC35-4C46-B9E7-A0952F3FA7A6}"/>
          </ac:spMkLst>
        </pc:spChg>
        <pc:spChg chg="del">
          <ac:chgData name="Fang, Wei" userId="5b14770b-ebee-4fe4-a387-cf6938eef6b7" providerId="ADAL" clId="{20257825-19D4-4B60-AD69-6321D59740AD}" dt="2025-01-10T06:09:32.540" v="1093" actId="478"/>
          <ac:spMkLst>
            <pc:docMk/>
            <pc:sldMk cId="2202417220" sldId="3082"/>
            <ac:spMk id="107" creationId="{00000000-0000-0000-0000-000000000000}"/>
          </ac:spMkLst>
        </pc:spChg>
        <pc:picChg chg="add mod">
          <ac:chgData name="Fang, Wei" userId="5b14770b-ebee-4fe4-a387-cf6938eef6b7" providerId="ADAL" clId="{20257825-19D4-4B60-AD69-6321D59740AD}" dt="2025-01-10T06:10:29.520" v="1121" actId="1076"/>
          <ac:picMkLst>
            <pc:docMk/>
            <pc:sldMk cId="2202417220" sldId="3082"/>
            <ac:picMk id="3" creationId="{472CB169-DA67-47A7-88B3-6E80A89833AC}"/>
          </ac:picMkLst>
        </pc:picChg>
        <pc:picChg chg="del">
          <ac:chgData name="Fang, Wei" userId="5b14770b-ebee-4fe4-a387-cf6938eef6b7" providerId="ADAL" clId="{20257825-19D4-4B60-AD69-6321D59740AD}" dt="2025-01-10T06:09:32.540" v="1093" actId="478"/>
          <ac:picMkLst>
            <pc:docMk/>
            <pc:sldMk cId="2202417220" sldId="3082"/>
            <ac:picMk id="11" creationId="{21BD1CA7-25E3-44DD-B7EB-CD0CE32D02BF}"/>
          </ac:picMkLst>
        </pc:picChg>
        <pc:picChg chg="del">
          <ac:chgData name="Fang, Wei" userId="5b14770b-ebee-4fe4-a387-cf6938eef6b7" providerId="ADAL" clId="{20257825-19D4-4B60-AD69-6321D59740AD}" dt="2025-01-10T06:09:32.540" v="1093" actId="478"/>
          <ac:picMkLst>
            <pc:docMk/>
            <pc:sldMk cId="2202417220" sldId="3082"/>
            <ac:picMk id="87" creationId="{A72278ED-E5A4-443D-82A1-8742914255D6}"/>
          </ac:picMkLst>
        </pc:picChg>
        <pc:cxnChg chg="del">
          <ac:chgData name="Fang, Wei" userId="5b14770b-ebee-4fe4-a387-cf6938eef6b7" providerId="ADAL" clId="{20257825-19D4-4B60-AD69-6321D59740AD}" dt="2025-01-10T06:09:32.540" v="1093" actId="478"/>
          <ac:cxnSpMkLst>
            <pc:docMk/>
            <pc:sldMk cId="2202417220" sldId="3082"/>
            <ac:cxnSpMk id="23" creationId="{00000000-0000-0000-0000-000000000000}"/>
          </ac:cxnSpMkLst>
        </pc:cxnChg>
        <pc:cxnChg chg="del">
          <ac:chgData name="Fang, Wei" userId="5b14770b-ebee-4fe4-a387-cf6938eef6b7" providerId="ADAL" clId="{20257825-19D4-4B60-AD69-6321D59740AD}" dt="2025-01-10T06:09:32.540" v="1093" actId="478"/>
          <ac:cxnSpMkLst>
            <pc:docMk/>
            <pc:sldMk cId="2202417220" sldId="3082"/>
            <ac:cxnSpMk id="27" creationId="{00000000-0000-0000-0000-000000000000}"/>
          </ac:cxnSpMkLst>
        </pc:cxnChg>
        <pc:cxnChg chg="del">
          <ac:chgData name="Fang, Wei" userId="5b14770b-ebee-4fe4-a387-cf6938eef6b7" providerId="ADAL" clId="{20257825-19D4-4B60-AD69-6321D59740AD}" dt="2025-01-10T06:09:32.540" v="1093" actId="478"/>
          <ac:cxnSpMkLst>
            <pc:docMk/>
            <pc:sldMk cId="2202417220" sldId="3082"/>
            <ac:cxnSpMk id="78" creationId="{8B734A8B-B610-4B7F-8A51-A322A1CCF197}"/>
          </ac:cxnSpMkLst>
        </pc:cxnChg>
        <pc:cxnChg chg="del">
          <ac:chgData name="Fang, Wei" userId="5b14770b-ebee-4fe4-a387-cf6938eef6b7" providerId="ADAL" clId="{20257825-19D4-4B60-AD69-6321D59740AD}" dt="2025-01-10T06:09:32.540" v="1093" actId="478"/>
          <ac:cxnSpMkLst>
            <pc:docMk/>
            <pc:sldMk cId="2202417220" sldId="3082"/>
            <ac:cxnSpMk id="83" creationId="{D42A3D6D-A960-4F40-A0DD-DD2A31EC41F3}"/>
          </ac:cxnSpMkLst>
        </pc:cxnChg>
      </pc:sldChg>
    </pc:docChg>
  </pc:docChgLst>
  <pc:docChgLst>
    <pc:chgData name="Fang, Wei" userId="5b14770b-ebee-4fe4-a387-cf6938eef6b7" providerId="ADAL" clId="{D54638E7-E60E-4DA1-9F35-0618ACDA344B}"/>
    <pc:docChg chg="undo custSel addSld delSld modSld sldOrd">
      <pc:chgData name="Fang, Wei" userId="5b14770b-ebee-4fe4-a387-cf6938eef6b7" providerId="ADAL" clId="{D54638E7-E60E-4DA1-9F35-0618ACDA344B}" dt="2025-01-06T13:41:33.703" v="1023" actId="20577"/>
      <pc:docMkLst>
        <pc:docMk/>
      </pc:docMkLst>
      <pc:sldChg chg="modSp">
        <pc:chgData name="Fang, Wei" userId="5b14770b-ebee-4fe4-a387-cf6938eef6b7" providerId="ADAL" clId="{D54638E7-E60E-4DA1-9F35-0618ACDA344B}" dt="2025-01-06T13:36:58.604" v="950" actId="20577"/>
        <pc:sldMkLst>
          <pc:docMk/>
          <pc:sldMk cId="0" sldId="498"/>
        </pc:sldMkLst>
        <pc:spChg chg="mod">
          <ac:chgData name="Fang, Wei" userId="5b14770b-ebee-4fe4-a387-cf6938eef6b7" providerId="ADAL" clId="{D54638E7-E60E-4DA1-9F35-0618ACDA344B}" dt="2025-01-06T13:36:58.604" v="950" actId="20577"/>
          <ac:spMkLst>
            <pc:docMk/>
            <pc:sldMk cId="0" sldId="498"/>
            <ac:spMk id="5" creationId="{00000000-0000-0000-0000-000000000000}"/>
          </ac:spMkLst>
        </pc:spChg>
      </pc:sldChg>
      <pc:sldChg chg="modSp add del">
        <pc:chgData name="Fang, Wei" userId="5b14770b-ebee-4fe4-a387-cf6938eef6b7" providerId="ADAL" clId="{D54638E7-E60E-4DA1-9F35-0618ACDA344B}" dt="2025-01-06T13:41:06.060" v="1011" actId="20577"/>
        <pc:sldMkLst>
          <pc:docMk/>
          <pc:sldMk cId="0" sldId="502"/>
        </pc:sldMkLst>
        <pc:spChg chg="mod">
          <ac:chgData name="Fang, Wei" userId="5b14770b-ebee-4fe4-a387-cf6938eef6b7" providerId="ADAL" clId="{D54638E7-E60E-4DA1-9F35-0618ACDA344B}" dt="2025-01-06T10:07:05.819" v="27" actId="6549"/>
          <ac:spMkLst>
            <pc:docMk/>
            <pc:sldMk cId="0" sldId="502"/>
            <ac:spMk id="5" creationId="{00000000-0000-0000-0000-000000000000}"/>
          </ac:spMkLst>
        </pc:spChg>
        <pc:spChg chg="mod">
          <ac:chgData name="Fang, Wei" userId="5b14770b-ebee-4fe4-a387-cf6938eef6b7" providerId="ADAL" clId="{D54638E7-E60E-4DA1-9F35-0618ACDA344B}" dt="2025-01-06T13:41:06.060" v="1011" actId="20577"/>
          <ac:spMkLst>
            <pc:docMk/>
            <pc:sldMk cId="0" sldId="502"/>
            <ac:spMk id="6" creationId="{00000000-0000-0000-0000-000000000000}"/>
          </ac:spMkLst>
        </pc:spChg>
      </pc:sldChg>
      <pc:sldChg chg="modSp add">
        <pc:chgData name="Fang, Wei" userId="5b14770b-ebee-4fe4-a387-cf6938eef6b7" providerId="ADAL" clId="{D54638E7-E60E-4DA1-9F35-0618ACDA344B}" dt="2025-01-06T13:41:33.703" v="1023" actId="20577"/>
        <pc:sldMkLst>
          <pc:docMk/>
          <pc:sldMk cId="4138507368" sldId="3078"/>
        </pc:sldMkLst>
        <pc:spChg chg="mod">
          <ac:chgData name="Fang, Wei" userId="5b14770b-ebee-4fe4-a387-cf6938eef6b7" providerId="ADAL" clId="{D54638E7-E60E-4DA1-9F35-0618ACDA344B}" dt="2025-01-06T13:41:33.703" v="1023" actId="20577"/>
          <ac:spMkLst>
            <pc:docMk/>
            <pc:sldMk cId="4138507368" sldId="3078"/>
            <ac:spMk id="193" creationId="{8B9C2139-FDA0-4A22-BCE7-92E6C3CBFD76}"/>
          </ac:spMkLst>
        </pc:spChg>
        <pc:spChg chg="mod">
          <ac:chgData name="Fang, Wei" userId="5b14770b-ebee-4fe4-a387-cf6938eef6b7" providerId="ADAL" clId="{D54638E7-E60E-4DA1-9F35-0618ACDA344B}" dt="2025-01-06T13:38:23.773" v="954" actId="14100"/>
          <ac:spMkLst>
            <pc:docMk/>
            <pc:sldMk cId="4138507368" sldId="3078"/>
            <ac:spMk id="204" creationId="{C114E53C-99D9-4347-AA7C-442980986E35}"/>
          </ac:spMkLst>
        </pc:spChg>
        <pc:spChg chg="mod">
          <ac:chgData name="Fang, Wei" userId="5b14770b-ebee-4fe4-a387-cf6938eef6b7" providerId="ADAL" clId="{D54638E7-E60E-4DA1-9F35-0618ACDA344B}" dt="2025-01-06T13:38:27.371" v="955" actId="1076"/>
          <ac:spMkLst>
            <pc:docMk/>
            <pc:sldMk cId="4138507368" sldId="3078"/>
            <ac:spMk id="205" creationId="{F5478D96-C87B-4F00-BF13-F0E48CD0CD7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2"/>
            <a:ext cx="2949575" cy="498475"/>
          </a:xfrm>
          <a:prstGeom prst="rect">
            <a:avLst/>
          </a:prstGeom>
        </p:spPr>
        <p:txBody>
          <a:bodyPr vert="horz" lIns="91428" tIns="45714" rIns="91428" bIns="45714" rtlCol="0"/>
          <a:lstStyle>
            <a:lvl1pPr algn="l">
              <a:defRPr sz="1200"/>
            </a:lvl1pPr>
          </a:lstStyle>
          <a:p>
            <a:endParaRPr kumimoji="1" lang="ja-JP" altLang="en-US" dirty="0"/>
          </a:p>
        </p:txBody>
      </p:sp>
      <p:sp>
        <p:nvSpPr>
          <p:cNvPr id="3" name="日付プレースホルダー 2"/>
          <p:cNvSpPr>
            <a:spLocks noGrp="1"/>
          </p:cNvSpPr>
          <p:nvPr>
            <p:ph type="dt" sz="quarter" idx="1"/>
          </p:nvPr>
        </p:nvSpPr>
        <p:spPr>
          <a:xfrm>
            <a:off x="3856040" y="2"/>
            <a:ext cx="2949575" cy="498475"/>
          </a:xfrm>
          <a:prstGeom prst="rect">
            <a:avLst/>
          </a:prstGeom>
        </p:spPr>
        <p:txBody>
          <a:bodyPr vert="horz" lIns="91428" tIns="45714" rIns="91428" bIns="45714" rtlCol="0"/>
          <a:lstStyle>
            <a:lvl1pPr algn="r">
              <a:defRPr sz="1200"/>
            </a:lvl1pPr>
          </a:lstStyle>
          <a:p>
            <a:fld id="{D932A0A1-F2EE-4D98-A5E1-9E3130652537}" type="datetimeFigureOut">
              <a:rPr kumimoji="1" lang="ja-JP" altLang="en-US" smtClean="0"/>
              <a:t>2026/4/2</a:t>
            </a:fld>
            <a:endParaRPr kumimoji="1" lang="ja-JP" altLang="en-US" dirty="0"/>
          </a:p>
        </p:txBody>
      </p:sp>
      <p:sp>
        <p:nvSpPr>
          <p:cNvPr id="4" name="フッター プレースホルダー 3"/>
          <p:cNvSpPr>
            <a:spLocks noGrp="1"/>
          </p:cNvSpPr>
          <p:nvPr>
            <p:ph type="ftr" sz="quarter" idx="2"/>
          </p:nvPr>
        </p:nvSpPr>
        <p:spPr>
          <a:xfrm>
            <a:off x="2" y="9440865"/>
            <a:ext cx="2949575" cy="498475"/>
          </a:xfrm>
          <a:prstGeom prst="rect">
            <a:avLst/>
          </a:prstGeom>
        </p:spPr>
        <p:txBody>
          <a:bodyPr vert="horz" lIns="91428" tIns="45714" rIns="91428" bIns="45714" rtlCol="0" anchor="b"/>
          <a:lstStyle>
            <a:lvl1pPr algn="l">
              <a:defRPr sz="1200"/>
            </a:lvl1pPr>
          </a:lstStyle>
          <a:p>
            <a:endParaRPr kumimoji="1" lang="ja-JP" altLang="en-US" dirty="0"/>
          </a:p>
        </p:txBody>
      </p:sp>
      <p:sp>
        <p:nvSpPr>
          <p:cNvPr id="5" name="スライド番号プレースホルダー 4"/>
          <p:cNvSpPr>
            <a:spLocks noGrp="1"/>
          </p:cNvSpPr>
          <p:nvPr>
            <p:ph type="sldNum" sz="quarter" idx="3"/>
          </p:nvPr>
        </p:nvSpPr>
        <p:spPr>
          <a:xfrm>
            <a:off x="3856040" y="9440865"/>
            <a:ext cx="2949575" cy="498475"/>
          </a:xfrm>
          <a:prstGeom prst="rect">
            <a:avLst/>
          </a:prstGeom>
        </p:spPr>
        <p:txBody>
          <a:bodyPr vert="horz" lIns="91428" tIns="45714" rIns="91428" bIns="45714" rtlCol="0" anchor="b"/>
          <a:lstStyle>
            <a:lvl1pPr algn="r">
              <a:defRPr sz="1200"/>
            </a:lvl1pPr>
          </a:lstStyle>
          <a:p>
            <a:fld id="{2C64F8C9-85FB-4320-9894-77C3E2188BAD}" type="slidenum">
              <a:rPr kumimoji="1" lang="ja-JP" altLang="en-US" smtClean="0"/>
              <a:t>‹#›</a:t>
            </a:fld>
            <a:endParaRPr kumimoji="1" lang="ja-JP"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2949787" cy="498693"/>
          </a:xfrm>
          <a:prstGeom prst="rect">
            <a:avLst/>
          </a:prstGeom>
        </p:spPr>
        <p:txBody>
          <a:bodyPr vert="horz" lIns="91428" tIns="45714" rIns="91428" bIns="45714" rtlCol="0"/>
          <a:lstStyle>
            <a:lvl1pPr algn="l">
              <a:defRPr sz="1200"/>
            </a:lvl1pPr>
          </a:lstStyle>
          <a:p>
            <a:endParaRPr lang="zh-CN" altLang="en-US"/>
          </a:p>
        </p:txBody>
      </p:sp>
      <p:sp>
        <p:nvSpPr>
          <p:cNvPr id="3" name="日期占位符 2"/>
          <p:cNvSpPr>
            <a:spLocks noGrp="1"/>
          </p:cNvSpPr>
          <p:nvPr>
            <p:ph type="dt" idx="1"/>
          </p:nvPr>
        </p:nvSpPr>
        <p:spPr>
          <a:xfrm>
            <a:off x="3855840" y="1"/>
            <a:ext cx="2949787" cy="498693"/>
          </a:xfrm>
          <a:prstGeom prst="rect">
            <a:avLst/>
          </a:prstGeom>
        </p:spPr>
        <p:txBody>
          <a:bodyPr vert="horz" lIns="91428" tIns="45714" rIns="91428" bIns="45714" rtlCol="0"/>
          <a:lstStyle>
            <a:lvl1pPr algn="r">
              <a:defRPr sz="1200"/>
            </a:lvl1pPr>
          </a:lstStyle>
          <a:p>
            <a:fld id="{CC04CE9B-CC78-4588-81BB-DEAA3C92038C}" type="datetimeFigureOut">
              <a:rPr lang="zh-CN" altLang="en-US" smtClean="0"/>
              <a:t>2026/4/2</a:t>
            </a:fld>
            <a:endParaRPr lang="zh-CN" altLang="en-US"/>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28" tIns="45714" rIns="91428" bIns="45714" rtlCol="0" anchor="ctr"/>
          <a:lstStyle/>
          <a:p>
            <a:endParaRPr lang="zh-CN" altLang="en-US"/>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28" tIns="45714" rIns="91428" bIns="4571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2" y="9440647"/>
            <a:ext cx="2949787" cy="498692"/>
          </a:xfrm>
          <a:prstGeom prst="rect">
            <a:avLst/>
          </a:prstGeom>
        </p:spPr>
        <p:txBody>
          <a:bodyPr vert="horz" lIns="91428" tIns="45714" rIns="91428" bIns="45714"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40" y="9440647"/>
            <a:ext cx="2949787" cy="498692"/>
          </a:xfrm>
          <a:prstGeom prst="rect">
            <a:avLst/>
          </a:prstGeom>
        </p:spPr>
        <p:txBody>
          <a:bodyPr vert="horz" lIns="91428" tIns="45714" rIns="91428" bIns="45714" rtlCol="0" anchor="b"/>
          <a:lstStyle>
            <a:lvl1pPr algn="r">
              <a:defRPr sz="1200"/>
            </a:lvl1pPr>
          </a:lstStyle>
          <a:p>
            <a:fld id="{F99936BC-87FC-4023-B3F3-1CA32153E0D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3013"/>
            <a:ext cx="5962650" cy="3354387"/>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9936BC-87FC-4023-B3F3-1CA32153E0D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9936BC-87FC-4023-B3F3-1CA32153E0D1}"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9936BC-87FC-4023-B3F3-1CA32153E0D1}"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9936BC-87FC-4023-B3F3-1CA32153E0D1}" type="slidenum">
              <a:rPr lang="zh-CN" altLang="en-US" smtClean="0"/>
              <a:t>6</a:t>
            </a:fld>
            <a:endParaRPr lang="zh-CN" altLang="en-US"/>
          </a:p>
        </p:txBody>
      </p:sp>
    </p:spTree>
    <p:extLst>
      <p:ext uri="{BB962C8B-B14F-4D97-AF65-F5344CB8AC3E}">
        <p14:creationId xmlns:p14="http://schemas.microsoft.com/office/powerpoint/2010/main" val="1649548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5DA4EFA-8F9B-4E64-96A6-7E64C0239D92}" type="slidenum">
              <a:rPr lang="zh-CN" altLang="en-US" smtClean="0"/>
              <a:t>‹#›</a:t>
            </a:fld>
            <a:endParaRPr lang="zh-CN" altLang="en-US"/>
          </a:p>
        </p:txBody>
      </p:sp>
      <p:pic>
        <p:nvPicPr>
          <p:cNvPr id="7" name="Picture 2" descr="C:\Users\1581242\Documents\00.各種手続き\機密情報保護のルール\kankeisyagaihi2_関係者外秘_資料内に部署名の記載がある場合.jpg"/>
          <p:cNvPicPr>
            <a:picLocks noChangeAspect="1" noChangeArrowheads="1"/>
          </p:cNvPicPr>
          <p:nvPr userDrawn="1"/>
        </p:nvPicPr>
        <p:blipFill>
          <a:blip r:embed="rId2" cstate="email"/>
          <a:srcRect/>
          <a:stretch>
            <a:fillRect/>
          </a:stretch>
        </p:blipFill>
        <p:spPr bwMode="auto">
          <a:xfrm>
            <a:off x="10301258" y="257601"/>
            <a:ext cx="1025870" cy="638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5DA4EFA-8F9B-4E64-96A6-7E64C0239D92}" type="slidenum">
              <a:rPr lang="zh-CN" altLang="en-US" smtClean="0"/>
              <a:t>‹#›</a:t>
            </a:fld>
            <a:endParaRPr lang="zh-CN" altLang="en-US"/>
          </a:p>
        </p:txBody>
      </p:sp>
      <p:pic>
        <p:nvPicPr>
          <p:cNvPr id="7" name="Picture 2" descr="C:\Users\1581242\Documents\00.各種手続き\機密情報保護のルール\kankeisyagaihi2_関係者外秘_資料内に部署名の記載がある場合.jpg"/>
          <p:cNvPicPr>
            <a:picLocks noChangeAspect="1" noChangeArrowheads="1"/>
          </p:cNvPicPr>
          <p:nvPr userDrawn="1"/>
        </p:nvPicPr>
        <p:blipFill>
          <a:blip r:embed="rId2" cstate="email"/>
          <a:srcRect/>
          <a:stretch>
            <a:fillRect/>
          </a:stretch>
        </p:blipFill>
        <p:spPr bwMode="auto">
          <a:xfrm>
            <a:off x="10301258" y="257601"/>
            <a:ext cx="1025870" cy="638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5DA4EFA-8F9B-4E64-96A6-7E64C0239D92}" type="slidenum">
              <a:rPr lang="zh-CN" altLang="en-US" smtClean="0"/>
              <a:t>‹#›</a:t>
            </a:fld>
            <a:endParaRPr lang="zh-CN" altLang="en-US"/>
          </a:p>
        </p:txBody>
      </p:sp>
      <p:pic>
        <p:nvPicPr>
          <p:cNvPr id="5" name="Picture 2" descr="C:\Users\1581242\Documents\00.各種手続き\機密情報保護のルール\kankeisyagaihi2_関係者外秘_資料内に部署名の記載がある場合.jpg"/>
          <p:cNvPicPr>
            <a:picLocks noChangeAspect="1" noChangeArrowheads="1"/>
          </p:cNvPicPr>
          <p:nvPr userDrawn="1"/>
        </p:nvPicPr>
        <p:blipFill>
          <a:blip r:embed="rId2" cstate="email"/>
          <a:srcRect/>
          <a:stretch>
            <a:fillRect/>
          </a:stretch>
        </p:blipFill>
        <p:spPr bwMode="auto">
          <a:xfrm>
            <a:off x="10301258" y="257601"/>
            <a:ext cx="1025870" cy="6381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8A36E33-9D21-4EAF-8A40-259E05005300}" type="datetime1">
              <a:rPr lang="zh-CN" altLang="en-US" smtClean="0"/>
              <a:t>2026/4/2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BE8FBAA-F3BA-4ECD-A878-3F22886C7F5C}"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351339"/>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标题 10"/>
          <p:cNvSpPr>
            <a:spLocks noGrp="1"/>
          </p:cNvSpPr>
          <p:nvPr>
            <p:ph type="title"/>
          </p:nvPr>
        </p:nvSpPr>
        <p:spPr>
          <a:xfrm>
            <a:off x="838200" y="365129"/>
            <a:ext cx="10515600" cy="1325563"/>
          </a:xfrm>
          <a:prstGeom prst="rect">
            <a:avLst/>
          </a:prstGeom>
        </p:spPr>
        <p:txBody>
          <a:bodyPr/>
          <a:lstStyle/>
          <a:p>
            <a:r>
              <a:rPr lang="zh-CN" altLang="en-US" dirty="0"/>
              <a:t>单击此处编辑母版标题样式</a:t>
            </a:r>
          </a:p>
        </p:txBody>
      </p:sp>
      <p:sp>
        <p:nvSpPr>
          <p:cNvPr id="12" name="日期占位符 11"/>
          <p:cNvSpPr>
            <a:spLocks noGrp="1"/>
          </p:cNvSpPr>
          <p:nvPr>
            <p:ph type="dt" sz="half" idx="10"/>
          </p:nvPr>
        </p:nvSpPr>
        <p:spPr>
          <a:xfrm>
            <a:off x="838200" y="6356357"/>
            <a:ext cx="2743200" cy="365125"/>
          </a:xfrm>
          <a:prstGeom prst="rect">
            <a:avLst/>
          </a:prstGeom>
        </p:spPr>
        <p:txBody>
          <a:bodyPr/>
          <a:lstStyle/>
          <a:p>
            <a:fld id="{A8A36E33-9D21-4EAF-8A40-259E05005300}" type="datetime1">
              <a:rPr lang="zh-CN" altLang="en-US" smtClean="0"/>
              <a:t>2026/4/2</a:t>
            </a:fld>
            <a:endParaRPr lang="zh-CN" altLang="en-US"/>
          </a:p>
        </p:txBody>
      </p:sp>
      <p:sp>
        <p:nvSpPr>
          <p:cNvPr id="13" name="页脚占位符 12"/>
          <p:cNvSpPr>
            <a:spLocks noGrp="1"/>
          </p:cNvSpPr>
          <p:nvPr>
            <p:ph type="ftr" sz="quarter" idx="11"/>
          </p:nvPr>
        </p:nvSpPr>
        <p:spPr>
          <a:xfrm>
            <a:off x="4038600" y="6356357"/>
            <a:ext cx="4114800" cy="365125"/>
          </a:xfrm>
          <a:prstGeom prst="rect">
            <a:avLst/>
          </a:prstGeom>
        </p:spPr>
        <p:txBody>
          <a:bodyPr/>
          <a:lstStyle/>
          <a:p>
            <a:endParaRPr lang="zh-CN" altLang="en-US"/>
          </a:p>
        </p:txBody>
      </p:sp>
      <p:sp>
        <p:nvSpPr>
          <p:cNvPr id="14" name="灯片编号占位符 13"/>
          <p:cNvSpPr>
            <a:spLocks noGrp="1"/>
          </p:cNvSpPr>
          <p:nvPr>
            <p:ph type="sldNum" sz="quarter" idx="12"/>
          </p:nvPr>
        </p:nvSpPr>
        <p:spPr>
          <a:xfrm>
            <a:off x="9114183" y="6197096"/>
            <a:ext cx="2743200" cy="365125"/>
          </a:xfrm>
          <a:prstGeom prst="rect">
            <a:avLst/>
          </a:prstGeom>
        </p:spPr>
        <p:txBody>
          <a:bodyPr/>
          <a:lstStyle/>
          <a:p>
            <a:fld id="{85DA4EFA-8F9B-4E64-96A6-7E64C0239D92}"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838200" y="6356357"/>
            <a:ext cx="2743200" cy="365125"/>
          </a:xfrm>
          <a:prstGeom prst="rect">
            <a:avLst/>
          </a:prstGeom>
        </p:spPr>
        <p:txBody>
          <a:bodyPr/>
          <a:lstStyle/>
          <a:p>
            <a:fld id="{ED299B8F-1431-4EFF-85E0-2CFCE9E19EF7}" type="datetime1">
              <a:rPr lang="zh-CN" altLang="en-US" smtClean="0"/>
              <a:t>2026/4/2</a:t>
            </a:fld>
            <a:endParaRPr lang="zh-CN" altLang="en-US"/>
          </a:p>
        </p:txBody>
      </p:sp>
      <p:sp>
        <p:nvSpPr>
          <p:cNvPr id="8" name="Footer Placeholder 7"/>
          <p:cNvSpPr>
            <a:spLocks noGrp="1"/>
          </p:cNvSpPr>
          <p:nvPr>
            <p:ph type="ftr" sz="quarter" idx="11"/>
          </p:nvPr>
        </p:nvSpPr>
        <p:spPr>
          <a:xfrm>
            <a:off x="4038600" y="6356357"/>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9114183" y="6197096"/>
            <a:ext cx="2743200" cy="365125"/>
          </a:xfrm>
          <a:prstGeom prst="rect">
            <a:avLst/>
          </a:prstGeom>
        </p:spPr>
        <p:txBody>
          <a:bodyPr/>
          <a:lstStyle/>
          <a:p>
            <a:fld id="{85DA4EFA-8F9B-4E64-96A6-7E64C0239D92}"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330" y="1429385"/>
            <a:ext cx="10968355" cy="381635"/>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单击此处编辑副标题</a:t>
            </a:r>
            <a:endParaRPr lang="en-US" altLang="zh-CN" dirty="0"/>
          </a:p>
        </p:txBody>
      </p:sp>
      <p:sp>
        <p:nvSpPr>
          <p:cNvPr id="7" name="日期占位符 6"/>
          <p:cNvSpPr>
            <a:spLocks noGrp="1"/>
          </p:cNvSpPr>
          <p:nvPr>
            <p:ph type="dt" sz="half" idx="10"/>
            <p:custDataLst>
              <p:tags r:id="rId3"/>
            </p:custDataLst>
          </p:nvPr>
        </p:nvSpPr>
        <p:spPr/>
        <p:txBody>
          <a:bodyPr/>
          <a:lstStyle/>
          <a:p>
            <a:fld id="{760FBDFE-C587-4B4C-A407-44438C67B59E}" type="datetimeFigureOut">
              <a:rPr lang="zh-CN" altLang="en-US" smtClean="0"/>
              <a:t>2026/4/2</a:t>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4/2/2026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8FBAA-F3BA-4ECD-A878-3F22886C7F5C}" type="slidenum">
              <a:rPr lang="zh-CN" altLang="en-US" smtClean="0"/>
              <a:t>‹#›</a:t>
            </a:fld>
            <a:endParaRPr lang="zh-CN" altLang="en-US"/>
          </a:p>
        </p:txBody>
      </p:sp>
      <p:sp>
        <p:nvSpPr>
          <p:cNvPr id="7" name="正方形/長方形 6"/>
          <p:cNvSpPr/>
          <p:nvPr userDrawn="1"/>
        </p:nvSpPr>
        <p:spPr>
          <a:xfrm flipH="1">
            <a:off x="-1" y="6491857"/>
            <a:ext cx="12192000" cy="366149"/>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530" dirty="0">
              <a:solidFill>
                <a:schemeClr val="bg1"/>
              </a:solidFill>
            </a:endParaRPr>
          </a:p>
        </p:txBody>
      </p:sp>
      <p:cxnSp>
        <p:nvCxnSpPr>
          <p:cNvPr id="8" name="直線コネクタ 9"/>
          <p:cNvCxnSpPr/>
          <p:nvPr userDrawn="1"/>
        </p:nvCxnSpPr>
        <p:spPr>
          <a:xfrm>
            <a:off x="0" y="914402"/>
            <a:ext cx="12192000" cy="9236"/>
          </a:xfrm>
          <a:prstGeom prst="line">
            <a:avLst/>
          </a:prstGeom>
          <a:ln w="60325" cmpd="thickThin">
            <a:solidFill>
              <a:srgbClr val="0070C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image" Target="../media/image2.wmf"/><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868275" y="1692621"/>
            <a:ext cx="8327573" cy="3781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cs typeface="+mn-ea"/>
                <a:sym typeface="+mn-lt"/>
              </a:rPr>
              <a:t>外部设计</a:t>
            </a:r>
            <a:endParaRPr lang="en-US" altLang="zh-CN" sz="4000" b="1" dirty="0">
              <a:solidFill>
                <a:schemeClr val="tx1"/>
              </a:solidFill>
              <a:cs typeface="+mn-ea"/>
              <a:sym typeface="+mn-lt"/>
            </a:endParaRPr>
          </a:p>
          <a:p>
            <a:pPr algn="ctr"/>
            <a:r>
              <a:rPr lang="zh-CN" altLang="en-US" sz="4400" b="1">
                <a:solidFill>
                  <a:schemeClr val="tx1"/>
                </a:solidFill>
                <a:cs typeface="+mn-ea"/>
                <a:sym typeface="+mn-lt"/>
              </a:rPr>
              <a:t>紧急通报</a:t>
            </a:r>
            <a:r>
              <a:rPr lang="ja-JP" altLang="en-US" b="1">
                <a:solidFill>
                  <a:schemeClr val="tx1"/>
                </a:solidFill>
                <a:cs typeface="+mn-ea"/>
                <a:sym typeface="+mn-lt"/>
              </a:rPr>
              <a:t>　</a:t>
            </a:r>
            <a:r>
              <a:rPr lang="ja-JP" altLang="en-US" sz="4400" b="1">
                <a:solidFill>
                  <a:schemeClr val="tx1"/>
                </a:solidFill>
                <a:cs typeface="+mn-ea"/>
                <a:sym typeface="+mn-lt"/>
              </a:rPr>
              <a:t>　　　　　　　　　　　　　</a:t>
            </a:r>
            <a:endParaRPr lang="zh-CN" altLang="en-US" sz="4400" b="1" dirty="0">
              <a:solidFill>
                <a:schemeClr val="tx1"/>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9448800" y="6492875"/>
            <a:ext cx="2743200" cy="365125"/>
          </a:xfrm>
        </p:spPr>
        <p:txBody>
          <a:bodyPr/>
          <a:lstStyle/>
          <a:p>
            <a:fld id="{85DA4EFA-8F9B-4E64-96A6-7E64C0239D92}" type="slidenum">
              <a:rPr lang="zh-CN" altLang="en-US" smtClean="0">
                <a:cs typeface="+mn-ea"/>
                <a:sym typeface="+mn-lt"/>
              </a:rPr>
              <a:t>2</a:t>
            </a:fld>
            <a:endParaRPr lang="zh-CN" altLang="en-US">
              <a:cs typeface="+mn-ea"/>
              <a:sym typeface="+mn-lt"/>
            </a:endParaRPr>
          </a:p>
        </p:txBody>
      </p:sp>
      <p:sp>
        <p:nvSpPr>
          <p:cNvPr id="4" name="テキスト ボックス 4"/>
          <p:cNvSpPr txBox="1"/>
          <p:nvPr/>
        </p:nvSpPr>
        <p:spPr>
          <a:xfrm>
            <a:off x="950213" y="188982"/>
            <a:ext cx="1210588" cy="707886"/>
          </a:xfrm>
          <a:prstGeom prst="rect">
            <a:avLst/>
          </a:prstGeom>
          <a:noFill/>
        </p:spPr>
        <p:txBody>
          <a:bodyPr wrap="none" rtlCol="0">
            <a:spAutoFit/>
          </a:bodyPr>
          <a:lstStyle/>
          <a:p>
            <a:r>
              <a:rPr kumimoji="1" lang="ja-JP" altLang="en-US" sz="4000" b="1" dirty="0">
                <a:cs typeface="+mn-ea"/>
                <a:sym typeface="+mn-lt"/>
              </a:rPr>
              <a:t>目次</a:t>
            </a:r>
          </a:p>
        </p:txBody>
      </p:sp>
      <p:sp>
        <p:nvSpPr>
          <p:cNvPr id="6" name="文本框 5"/>
          <p:cNvSpPr txBox="1"/>
          <p:nvPr/>
        </p:nvSpPr>
        <p:spPr>
          <a:xfrm>
            <a:off x="950213" y="1562323"/>
            <a:ext cx="8684999" cy="3416320"/>
          </a:xfrm>
          <a:prstGeom prst="rect">
            <a:avLst/>
          </a:prstGeom>
          <a:noFill/>
        </p:spPr>
        <p:txBody>
          <a:bodyPr wrap="square" rtlCol="0" anchor="t">
            <a:spAutoFit/>
          </a:bodyPr>
          <a:lstStyle/>
          <a:p>
            <a:r>
              <a:rPr lang="en-US" altLang="zh-CN" sz="2400" dirty="0">
                <a:latin typeface="+mn-ea"/>
              </a:rPr>
              <a:t>1.19MC</a:t>
            </a:r>
            <a:r>
              <a:rPr lang="zh-CN" altLang="en-US" sz="2400" dirty="0">
                <a:latin typeface="+mn-ea"/>
              </a:rPr>
              <a:t>改</a:t>
            </a:r>
            <a:r>
              <a:rPr lang="en-US" altLang="zh-CN" sz="2400" dirty="0">
                <a:latin typeface="+mn-ea"/>
              </a:rPr>
              <a:t>-</a:t>
            </a:r>
            <a:r>
              <a:rPr lang="zh-CN" altLang="en-US" sz="2400" dirty="0">
                <a:latin typeface="+mn-ea"/>
              </a:rPr>
              <a:t>紧急通报业务范围图</a:t>
            </a:r>
            <a:endParaRPr lang="en-US" altLang="zh-CN" sz="2400" dirty="0">
              <a:latin typeface="+mn-ea"/>
            </a:endParaRPr>
          </a:p>
          <a:p>
            <a:endParaRPr lang="en-US" altLang="zh-CN" sz="2400" dirty="0">
              <a:latin typeface="+mn-ea"/>
            </a:endParaRPr>
          </a:p>
          <a:p>
            <a:r>
              <a:rPr lang="en-US" altLang="zh-CN" sz="2400" dirty="0">
                <a:latin typeface="+mn-ea"/>
              </a:rPr>
              <a:t>2.19MC</a:t>
            </a:r>
            <a:r>
              <a:rPr lang="zh-CN" altLang="en-US" sz="2400" dirty="0">
                <a:latin typeface="+mn-ea"/>
              </a:rPr>
              <a:t>改</a:t>
            </a:r>
            <a:r>
              <a:rPr lang="en-US" altLang="zh-CN" sz="2400" dirty="0">
                <a:latin typeface="+mn-ea"/>
              </a:rPr>
              <a:t>-</a:t>
            </a:r>
            <a:r>
              <a:rPr lang="zh-CN" altLang="en-US" sz="2400" dirty="0">
                <a:latin typeface="+mn-ea"/>
              </a:rPr>
              <a:t>紧急通报数据样例</a:t>
            </a:r>
            <a:endParaRPr lang="en-US" altLang="zh-CN" sz="2400" dirty="0">
              <a:latin typeface="+mn-ea"/>
            </a:endParaRPr>
          </a:p>
          <a:p>
            <a:endParaRPr lang="en-US" altLang="zh-CN" sz="2400" dirty="0">
              <a:latin typeface="+mn-ea"/>
            </a:endParaRPr>
          </a:p>
          <a:p>
            <a:r>
              <a:rPr lang="en-US" altLang="zh-CN" sz="2400" dirty="0">
                <a:latin typeface="+mn-ea"/>
              </a:rPr>
              <a:t>3.19MC</a:t>
            </a:r>
            <a:r>
              <a:rPr lang="zh-CN" altLang="en-US" sz="2400" dirty="0">
                <a:latin typeface="+mn-ea"/>
              </a:rPr>
              <a:t>改</a:t>
            </a:r>
            <a:r>
              <a:rPr lang="en-US" altLang="zh-CN" sz="2400" dirty="0">
                <a:latin typeface="+mn-ea"/>
              </a:rPr>
              <a:t>-</a:t>
            </a:r>
            <a:r>
              <a:rPr lang="zh-CN" altLang="en-US" sz="2400" dirty="0">
                <a:latin typeface="+mn-ea"/>
              </a:rPr>
              <a:t>紧急通报业务场景</a:t>
            </a:r>
            <a:endParaRPr lang="en-US" altLang="zh-CN" sz="2400" dirty="0">
              <a:latin typeface="+mn-ea"/>
            </a:endParaRPr>
          </a:p>
          <a:p>
            <a:endParaRPr lang="en-US" altLang="zh-CN" sz="2400" dirty="0">
              <a:latin typeface="+mn-ea"/>
            </a:endParaRPr>
          </a:p>
          <a:p>
            <a:r>
              <a:rPr lang="en-US" altLang="zh-CN" sz="2400" dirty="0">
                <a:latin typeface="+mn-ea"/>
              </a:rPr>
              <a:t>4.19MC</a:t>
            </a:r>
            <a:r>
              <a:rPr lang="zh-CN" altLang="en-US" sz="2400" dirty="0">
                <a:latin typeface="+mn-ea"/>
              </a:rPr>
              <a:t>改</a:t>
            </a:r>
            <a:r>
              <a:rPr lang="en-US" altLang="zh-CN" sz="2400" dirty="0">
                <a:latin typeface="+mn-ea"/>
              </a:rPr>
              <a:t>-</a:t>
            </a:r>
            <a:r>
              <a:rPr lang="zh-CN" altLang="en-US" sz="2400" dirty="0">
                <a:latin typeface="+mn-ea"/>
              </a:rPr>
              <a:t>紧急通报处理流程</a:t>
            </a:r>
            <a:endParaRPr lang="en-US" altLang="zh-CN" sz="2400" dirty="0">
              <a:latin typeface="+mn-ea"/>
            </a:endParaRPr>
          </a:p>
          <a:p>
            <a:endParaRPr lang="en-US" altLang="zh-CN" sz="2400" dirty="0">
              <a:latin typeface="+mn-ea"/>
            </a:endParaRPr>
          </a:p>
          <a:p>
            <a:r>
              <a:rPr lang="en-US" altLang="zh-CN" sz="2400" dirty="0">
                <a:latin typeface="+mn-ea"/>
              </a:rPr>
              <a:t>5.19MC</a:t>
            </a:r>
            <a:r>
              <a:rPr lang="zh-CN" altLang="en-US" sz="2400" dirty="0">
                <a:latin typeface="+mn-ea"/>
              </a:rPr>
              <a:t>改</a:t>
            </a:r>
            <a:r>
              <a:rPr lang="en-US" altLang="zh-CN" sz="2400" dirty="0">
                <a:latin typeface="+mn-ea"/>
              </a:rPr>
              <a:t>-</a:t>
            </a:r>
            <a:r>
              <a:rPr lang="zh-CN" altLang="en-US" sz="2400" dirty="0">
                <a:latin typeface="+mn-ea"/>
              </a:rPr>
              <a:t>紧急通报</a:t>
            </a:r>
            <a:r>
              <a:rPr lang="en-US" altLang="zh-CN" sz="2400" dirty="0" err="1">
                <a:latin typeface="+mn-ea"/>
              </a:rPr>
              <a:t>PatternD</a:t>
            </a:r>
            <a:r>
              <a:rPr lang="zh-CN" altLang="en-US" sz="2400">
                <a:latin typeface="+mn-ea"/>
              </a:rPr>
              <a:t>处理概述</a:t>
            </a:r>
            <a:endParaRPr lang="en-US" altLang="zh-CN" sz="2400" dirty="0">
              <a:latin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5DA4EFA-8F9B-4E64-96A6-7E64C0239D92}" type="slidenum">
              <a:rPr lang="zh-CN" altLang="en-US" smtClean="0">
                <a:cs typeface="+mn-ea"/>
                <a:sym typeface="+mn-lt"/>
              </a:rPr>
              <a:t>3</a:t>
            </a:fld>
            <a:endParaRPr lang="zh-CN" altLang="en-US">
              <a:cs typeface="+mn-ea"/>
              <a:sym typeface="+mn-lt"/>
            </a:endParaRPr>
          </a:p>
        </p:txBody>
      </p:sp>
      <p:sp>
        <p:nvSpPr>
          <p:cNvPr id="4" name="テキスト ボックス 4"/>
          <p:cNvSpPr txBox="1"/>
          <p:nvPr/>
        </p:nvSpPr>
        <p:spPr>
          <a:xfrm>
            <a:off x="233504" y="399294"/>
            <a:ext cx="4302781" cy="461665"/>
          </a:xfrm>
          <a:prstGeom prst="rect">
            <a:avLst/>
          </a:prstGeom>
          <a:noFill/>
        </p:spPr>
        <p:txBody>
          <a:bodyPr wrap="none" rtlCol="0">
            <a:spAutoFit/>
          </a:bodyPr>
          <a:lstStyle/>
          <a:p>
            <a:r>
              <a:rPr kumimoji="1" lang="en-US" altLang="zh-CN" sz="2400" dirty="0"/>
              <a:t>2. </a:t>
            </a:r>
            <a:r>
              <a:rPr lang="en-US" altLang="zh-CN" sz="2400" dirty="0">
                <a:latin typeface="+mn-ea"/>
              </a:rPr>
              <a:t>19MC</a:t>
            </a:r>
            <a:r>
              <a:rPr lang="zh-CN" altLang="en-US" sz="2400" dirty="0">
                <a:latin typeface="+mn-ea"/>
              </a:rPr>
              <a:t>改</a:t>
            </a:r>
            <a:r>
              <a:rPr lang="en-US" altLang="zh-CN" sz="2400" dirty="0">
                <a:latin typeface="+mn-ea"/>
              </a:rPr>
              <a:t>-</a:t>
            </a:r>
            <a:r>
              <a:rPr lang="zh-CN" altLang="en-US" sz="2400" dirty="0">
                <a:latin typeface="+mn-ea"/>
              </a:rPr>
              <a:t>紧急通报数据样例</a:t>
            </a:r>
            <a:endParaRPr kumimoji="1" lang="zh-CN" altLang="en-US" sz="2400" dirty="0"/>
          </a:p>
        </p:txBody>
      </p:sp>
      <p:sp>
        <p:nvSpPr>
          <p:cNvPr id="100" name="文本框 99"/>
          <p:cNvSpPr txBox="1"/>
          <p:nvPr/>
        </p:nvSpPr>
        <p:spPr>
          <a:xfrm>
            <a:off x="377825" y="1134745"/>
            <a:ext cx="11290935" cy="5248275"/>
          </a:xfrm>
          <a:prstGeom prst="rect">
            <a:avLst/>
          </a:prstGeom>
          <a:noFill/>
          <a:ln w="9525">
            <a:noFill/>
          </a:ln>
        </p:spPr>
        <p:txBody>
          <a:bodyPr wrap="square">
            <a:noAutofit/>
          </a:bodyPr>
          <a:lstStyle/>
          <a:p>
            <a:pPr indent="0"/>
            <a:r>
              <a:rPr lang="zh-CN" sz="2400" b="1" dirty="0">
                <a:ea typeface="微软雅黑" panose="020B0503020204020204" charset="-122"/>
              </a:rPr>
              <a:t>数据样例</a:t>
            </a:r>
          </a:p>
          <a:p>
            <a:pPr indent="0"/>
            <a:r>
              <a:rPr lang="zh-CN" dirty="0">
                <a:ea typeface="微软雅黑" panose="020B0503020204020204" charset="-122"/>
                <a:sym typeface="+mn-ea"/>
              </a:rPr>
              <a:t>请求</a:t>
            </a:r>
            <a:r>
              <a:rPr lang="en-US" dirty="0">
                <a:latin typeface="微软雅黑" panose="020B0503020204020204" charset="-122"/>
                <a:sym typeface="+mn-ea"/>
              </a:rPr>
              <a:t>body:</a:t>
            </a:r>
            <a:endParaRPr lang="zh-CN" b="1" dirty="0">
              <a:ea typeface="微软雅黑" panose="020B0503020204020204" charset="-122"/>
            </a:endParaRPr>
          </a:p>
          <a:p>
            <a:pPr indent="0"/>
            <a:endParaRPr lang="zh-CN" b="0" dirty="0">
              <a:ea typeface="微软雅黑" panose="020B0503020204020204" charset="-122"/>
            </a:endParaRPr>
          </a:p>
          <a:p>
            <a:pPr indent="0"/>
            <a:r>
              <a:rPr lang="en-US" sz="1200" b="0" dirty="0">
                <a:latin typeface="微软雅黑" panose="020B0503020204020204" charset="-122"/>
              </a:rPr>
              <a:t>REQ_TYP=00&amp;C_TYP=0&amp;C_NO=02&amp;C_TIM=2007-03-01T14%3a23%3a54%2b00%3a00&amp;U_TEL=13911481234&amp;U_ID=8675150010123456&amp;S_KIND=10000000&amp;</a:t>
            </a:r>
            <a:r>
              <a:rPr lang="en-US" sz="1200" b="0" dirty="0">
                <a:solidFill>
                  <a:srgbClr val="00B0F0"/>
                </a:solidFill>
                <a:latin typeface="微软雅黑" panose="020B0503020204020204" charset="-122"/>
              </a:rPr>
              <a:t> </a:t>
            </a:r>
            <a:r>
              <a:rPr lang="en-US" sz="1200" b="0" dirty="0">
                <a:solidFill>
                  <a:srgbClr val="00B050"/>
                </a:solidFill>
                <a:latin typeface="微软雅黑" panose="020B0503020204020204" charset="-122"/>
              </a:rPr>
              <a:t>P_TYP=01</a:t>
            </a:r>
            <a:r>
              <a:rPr lang="en-US" sz="1200" b="0" dirty="0">
                <a:latin typeface="微软雅黑" panose="020B0503020204020204" charset="-122"/>
              </a:rPr>
              <a:t>&amp;</a:t>
            </a:r>
            <a:r>
              <a:rPr lang="en-US" sz="1200" b="0" dirty="0">
                <a:solidFill>
                  <a:srgbClr val="00B050"/>
                </a:solidFill>
                <a:latin typeface="微软雅黑" panose="020B0503020204020204" charset="-122"/>
              </a:rPr>
              <a:t>P_NO=03</a:t>
            </a:r>
            <a:r>
              <a:rPr lang="en-US" sz="1200" b="0" dirty="0">
                <a:latin typeface="微软雅黑" panose="020B0503020204020204" charset="-122"/>
              </a:rPr>
              <a:t>&amp;</a:t>
            </a:r>
          </a:p>
          <a:p>
            <a:pPr indent="0"/>
            <a:r>
              <a:rPr lang="en-US" sz="1200" b="0" dirty="0">
                <a:latin typeface="微软雅黑" panose="020B0503020204020204" charset="-122"/>
              </a:rPr>
              <a:t>P_TIM3=2007-03-01T09%3a57%3a35%2b00%3a00&amp;</a:t>
            </a:r>
            <a:r>
              <a:rPr lang="en-US" sz="1200" b="0" dirty="0">
                <a:solidFill>
                  <a:srgbClr val="00B050"/>
                </a:solidFill>
                <a:latin typeface="微软雅黑" panose="020B0503020204020204" charset="-122"/>
              </a:rPr>
              <a:t>P_LAT1=N4785f5</a:t>
            </a:r>
            <a:r>
              <a:rPr lang="en-US" sz="1200" b="0" dirty="0">
                <a:latin typeface="微软雅黑" panose="020B0503020204020204" charset="-122"/>
              </a:rPr>
              <a:t>&amp;</a:t>
            </a:r>
            <a:r>
              <a:rPr lang="en-US" sz="1200" b="0" dirty="0">
                <a:solidFill>
                  <a:srgbClr val="00B050"/>
                </a:solidFill>
                <a:latin typeface="微软雅黑" panose="020B0503020204020204" charset="-122"/>
              </a:rPr>
              <a:t>P_LON1=E11769eb</a:t>
            </a:r>
            <a:r>
              <a:rPr lang="en-US" sz="1200" b="0" dirty="0">
                <a:latin typeface="微软雅黑" panose="020B0503020204020204" charset="-122"/>
              </a:rPr>
              <a:t>&amp;P_DIR3=346&amp;P_SPD3=51&amp;P_DEF3=99999&amp;</a:t>
            </a:r>
          </a:p>
          <a:p>
            <a:pPr indent="0"/>
            <a:r>
              <a:rPr lang="en-US" sz="1200" b="0" dirty="0">
                <a:latin typeface="微软雅黑" panose="020B0503020204020204" charset="-122"/>
              </a:rPr>
              <a:t>P_TIM2=2007-03-01T09%3a57%3a39%2b00%3a00&amp;</a:t>
            </a:r>
            <a:r>
              <a:rPr lang="en-US" sz="1200" b="0" dirty="0">
                <a:solidFill>
                  <a:srgbClr val="00B050"/>
                </a:solidFill>
                <a:latin typeface="微软雅黑" panose="020B0503020204020204" charset="-122"/>
              </a:rPr>
              <a:t>P_LAT2=N478635</a:t>
            </a:r>
            <a:r>
              <a:rPr lang="en-US" sz="1200" b="0" dirty="0">
                <a:latin typeface="微软雅黑" panose="020B0503020204020204" charset="-122"/>
              </a:rPr>
              <a:t>&amp;</a:t>
            </a:r>
            <a:r>
              <a:rPr lang="en-US" sz="1200" b="0" dirty="0">
                <a:solidFill>
                  <a:srgbClr val="00B050"/>
                </a:solidFill>
                <a:latin typeface="微软雅黑" panose="020B0503020204020204" charset="-122"/>
              </a:rPr>
              <a:t>P_LON2=E11769d4</a:t>
            </a:r>
            <a:r>
              <a:rPr lang="en-US" sz="1200" b="0" dirty="0">
                <a:latin typeface="微软雅黑" panose="020B0503020204020204" charset="-122"/>
              </a:rPr>
              <a:t>&amp;P_DIR2=342&amp;P_SPD2=51&amp;P_DEF2=99999&amp;</a:t>
            </a:r>
          </a:p>
          <a:p>
            <a:pPr indent="0"/>
            <a:r>
              <a:rPr lang="en-US" sz="1200" b="0" dirty="0">
                <a:latin typeface="微软雅黑" panose="020B0503020204020204" charset="-122"/>
              </a:rPr>
              <a:t>P_TIM1=2007-03-01T09%3a57%3a43%2b00%3a00&amp;</a:t>
            </a:r>
            <a:r>
              <a:rPr lang="en-US" sz="1200" b="0" dirty="0">
                <a:solidFill>
                  <a:srgbClr val="00B050"/>
                </a:solidFill>
                <a:latin typeface="微软雅黑" panose="020B0503020204020204" charset="-122"/>
              </a:rPr>
              <a:t>P_LAT3=N478675</a:t>
            </a:r>
            <a:r>
              <a:rPr lang="en-US" sz="1200" b="0" dirty="0">
                <a:latin typeface="微软雅黑" panose="020B0503020204020204" charset="-122"/>
              </a:rPr>
              <a:t>&amp;P_</a:t>
            </a:r>
            <a:r>
              <a:rPr lang="en-US" sz="1200" b="0" dirty="0">
                <a:solidFill>
                  <a:srgbClr val="00B050"/>
                </a:solidFill>
                <a:latin typeface="微软雅黑" panose="020B0503020204020204" charset="-122"/>
              </a:rPr>
              <a:t>LON3=E11769c3</a:t>
            </a:r>
            <a:r>
              <a:rPr lang="en-US" sz="1200" b="0" dirty="0">
                <a:latin typeface="微软雅黑" panose="020B0503020204020204" charset="-122"/>
              </a:rPr>
              <a:t>&amp;P_DIR1=342&amp;P_SPD1=52&amp;P_DEF1=99999</a:t>
            </a:r>
          </a:p>
          <a:p>
            <a:pPr indent="0"/>
            <a:endParaRPr lang="en-US" sz="1200" b="0" dirty="0">
              <a:latin typeface="微软雅黑" panose="020B0503020204020204" charset="-122"/>
            </a:endParaRPr>
          </a:p>
          <a:p>
            <a:pPr indent="0"/>
            <a:endParaRPr lang="en-US" sz="1000" b="0" dirty="0">
              <a:latin typeface="微软雅黑" panose="020B0503020204020204" charset="-122"/>
            </a:endParaRPr>
          </a:p>
          <a:p>
            <a:pPr indent="0"/>
            <a:r>
              <a:rPr lang="en-US" sz="1600" b="0" dirty="0">
                <a:latin typeface="微软雅黑" panose="020B0503020204020204" charset="-122"/>
              </a:rPr>
              <a:t>※</a:t>
            </a:r>
            <a:r>
              <a:rPr lang="zh-CN" sz="1600" b="0" dirty="0">
                <a:ea typeface="微软雅黑" panose="020B0503020204020204" charset="-122"/>
              </a:rPr>
              <a:t>参数说明：</a:t>
            </a:r>
            <a:endParaRPr lang="en-US" sz="1600" b="0" dirty="0">
              <a:latin typeface="微软雅黑" panose="020B0503020204020204" charset="-122"/>
            </a:endParaRPr>
          </a:p>
          <a:p>
            <a:pPr indent="0"/>
            <a:r>
              <a:rPr lang="en-US" sz="1600" b="0" dirty="0">
                <a:latin typeface="微软雅黑" panose="020B0503020204020204" charset="-122"/>
              </a:rPr>
              <a:t>   P_TYP</a:t>
            </a:r>
            <a:r>
              <a:rPr lang="zh-CN" sz="1600" b="0" dirty="0">
                <a:ea typeface="微软雅黑" panose="020B0503020204020204" charset="-122"/>
              </a:rPr>
              <a:t>：测地系信息</a:t>
            </a:r>
            <a:endParaRPr lang="en-US" altLang="zh-CN" sz="1600" b="0" dirty="0">
              <a:ea typeface="微软雅黑" panose="020B0503020204020204" charset="-122"/>
            </a:endParaRPr>
          </a:p>
          <a:p>
            <a:pPr indent="0"/>
            <a:r>
              <a:rPr lang="en-US" altLang="zh-CN" sz="1600" b="0" dirty="0">
                <a:ea typeface="微软雅黑" panose="020B0503020204020204" charset="-122"/>
              </a:rPr>
              <a:t>                第1位：0：02中国测地系、1：84</a:t>
            </a:r>
            <a:r>
              <a:rPr lang="zh-CN" altLang="en-US" sz="1600" b="0" dirty="0">
                <a:ea typeface="微软雅黑" panose="020B0503020204020204" charset="-122"/>
              </a:rPr>
              <a:t>世界</a:t>
            </a:r>
            <a:r>
              <a:rPr lang="en-US" altLang="zh-CN" sz="1600" b="0" dirty="0" err="1">
                <a:ea typeface="微软雅黑" panose="020B0503020204020204" charset="-122"/>
              </a:rPr>
              <a:t>测地系</a:t>
            </a:r>
            <a:endParaRPr lang="en-US" altLang="zh-CN" sz="1600" b="0" dirty="0">
              <a:ea typeface="微软雅黑" panose="020B0503020204020204" charset="-122"/>
            </a:endParaRPr>
          </a:p>
          <a:p>
            <a:pPr indent="0"/>
            <a:r>
              <a:rPr lang="en-US" altLang="zh-CN" sz="1600" b="0" dirty="0">
                <a:ea typeface="微软雅黑" panose="020B0503020204020204" charset="-122"/>
              </a:rPr>
              <a:t>                第2位：1：度单位（16进制）1/（2^17）°、2：度单位（10进制）</a:t>
            </a:r>
          </a:p>
          <a:p>
            <a:pPr indent="0"/>
            <a:r>
              <a:rPr lang="en-US" sz="1600" dirty="0">
                <a:latin typeface="微软雅黑" panose="020B0503020204020204" charset="-122"/>
                <a:sym typeface="+mn-ea"/>
              </a:rPr>
              <a:t>   P_NO</a:t>
            </a:r>
            <a:r>
              <a:rPr lang="zh-CN" sz="1600" dirty="0">
                <a:ea typeface="微软雅黑" panose="020B0503020204020204" charset="-122"/>
                <a:sym typeface="+mn-ea"/>
              </a:rPr>
              <a:t>：坐标个数</a:t>
            </a:r>
            <a:endParaRPr lang="en-US" altLang="zh-CN" sz="1600" b="0" dirty="0">
              <a:ea typeface="微软雅黑" panose="020B0503020204020204" charset="-122"/>
            </a:endParaRPr>
          </a:p>
          <a:p>
            <a:pPr indent="0"/>
            <a:r>
              <a:rPr lang="en-US" sz="1600" b="0" dirty="0">
                <a:latin typeface="微软雅黑" panose="020B0503020204020204" charset="-122"/>
              </a:rPr>
              <a:t>   </a:t>
            </a:r>
            <a:r>
              <a:rPr lang="en-US" sz="1600" b="0" dirty="0" err="1">
                <a:latin typeface="微软雅黑" panose="020B0503020204020204" charset="-122"/>
              </a:rPr>
              <a:t>P_LATn</a:t>
            </a:r>
            <a:r>
              <a:rPr lang="zh-CN" sz="1600" b="0" dirty="0">
                <a:ea typeface="微软雅黑" panose="020B0503020204020204" charset="-122"/>
              </a:rPr>
              <a:t>：纬度(n为坐标序号)</a:t>
            </a:r>
          </a:p>
          <a:p>
            <a:pPr indent="0"/>
            <a:r>
              <a:rPr lang="zh-CN" sz="1600" b="0" dirty="0">
                <a:ea typeface="微软雅黑" panose="020B0503020204020204" charset="-122"/>
              </a:rPr>
              <a:t> </a:t>
            </a:r>
            <a:r>
              <a:rPr lang="en-US" altLang="zh-CN" sz="1600" b="0" dirty="0">
                <a:ea typeface="微软雅黑" panose="020B0503020204020204" charset="-122"/>
              </a:rPr>
              <a:t>               </a:t>
            </a:r>
            <a:r>
              <a:rPr lang="zh-CN" altLang="en-US" sz="1600" b="0" dirty="0">
                <a:ea typeface="微软雅黑" panose="020B0503020204020204" charset="-122"/>
              </a:rPr>
              <a:t>第</a:t>
            </a:r>
            <a:r>
              <a:rPr lang="en-US" altLang="zh-CN" sz="1600" b="0" dirty="0">
                <a:ea typeface="微软雅黑" panose="020B0503020204020204" charset="-122"/>
              </a:rPr>
              <a:t>1</a:t>
            </a:r>
            <a:r>
              <a:rPr lang="zh-CN" altLang="en-US" sz="1600" b="0" dirty="0">
                <a:ea typeface="微软雅黑" panose="020B0503020204020204" charset="-122"/>
              </a:rPr>
              <a:t>位：</a:t>
            </a:r>
            <a:r>
              <a:rPr lang="en-US" altLang="zh-CN" sz="1600" b="0" dirty="0">
                <a:ea typeface="微软雅黑" panose="020B0503020204020204" charset="-122"/>
              </a:rPr>
              <a:t>N:</a:t>
            </a:r>
            <a:r>
              <a:rPr lang="zh-CN" altLang="en-US" sz="1600" b="0" dirty="0">
                <a:ea typeface="微软雅黑" panose="020B0503020204020204" charset="-122"/>
              </a:rPr>
              <a:t>南纬</a:t>
            </a:r>
          </a:p>
          <a:p>
            <a:pPr indent="0"/>
            <a:r>
              <a:rPr lang="en-US" altLang="zh-CN" sz="1600" dirty="0">
                <a:ea typeface="微软雅黑" panose="020B0503020204020204" charset="-122"/>
                <a:sym typeface="+mn-ea"/>
              </a:rPr>
              <a:t>                </a:t>
            </a:r>
            <a:r>
              <a:rPr lang="en-US" sz="1600" dirty="0">
                <a:ea typeface="微软雅黑" panose="020B0503020204020204" charset="-122"/>
                <a:sym typeface="+mn-ea"/>
              </a:rPr>
              <a:t>1</a:t>
            </a:r>
            <a:r>
              <a:rPr lang="zh-CN" altLang="en-US" sz="1600" dirty="0">
                <a:ea typeface="微软雅黑" panose="020B0503020204020204" charset="-122"/>
                <a:sym typeface="+mn-ea"/>
              </a:rPr>
              <a:t>位后：纬度</a:t>
            </a:r>
            <a:endParaRPr lang="en-US" sz="1600" b="0" dirty="0">
              <a:latin typeface="微软雅黑" panose="020B0503020204020204" charset="-122"/>
            </a:endParaRPr>
          </a:p>
          <a:p>
            <a:pPr indent="0"/>
            <a:r>
              <a:rPr lang="en-US" sz="1600" b="0" dirty="0">
                <a:latin typeface="微软雅黑" panose="020B0503020204020204" charset="-122"/>
              </a:rPr>
              <a:t>   </a:t>
            </a:r>
            <a:r>
              <a:rPr lang="en-US" sz="1600" b="0" dirty="0" err="1">
                <a:latin typeface="微软雅黑" panose="020B0503020204020204" charset="-122"/>
              </a:rPr>
              <a:t>P_LONn</a:t>
            </a:r>
            <a:r>
              <a:rPr lang="zh-CN" sz="1600" b="0" dirty="0">
                <a:ea typeface="微软雅黑" panose="020B0503020204020204" charset="-122"/>
              </a:rPr>
              <a:t>：经度(n为坐标序号)</a:t>
            </a:r>
          </a:p>
          <a:p>
            <a:pPr indent="0"/>
            <a:r>
              <a:rPr lang="zh-CN" sz="1600" dirty="0">
                <a:ea typeface="微软雅黑" panose="020B0503020204020204" charset="-122"/>
                <a:sym typeface="+mn-ea"/>
              </a:rPr>
              <a:t> </a:t>
            </a:r>
            <a:r>
              <a:rPr lang="en-US" altLang="zh-CN" sz="1600" dirty="0">
                <a:ea typeface="微软雅黑" panose="020B0503020204020204" charset="-122"/>
                <a:sym typeface="+mn-ea"/>
              </a:rPr>
              <a:t>               </a:t>
            </a:r>
            <a:r>
              <a:rPr lang="zh-CN" altLang="en-US" sz="1600" dirty="0">
                <a:ea typeface="微软雅黑" panose="020B0503020204020204" charset="-122"/>
                <a:sym typeface="+mn-ea"/>
              </a:rPr>
              <a:t>第</a:t>
            </a:r>
            <a:r>
              <a:rPr lang="en-US" altLang="zh-CN" sz="1600" dirty="0">
                <a:ea typeface="微软雅黑" panose="020B0503020204020204" charset="-122"/>
                <a:sym typeface="+mn-ea"/>
              </a:rPr>
              <a:t>1</a:t>
            </a:r>
            <a:r>
              <a:rPr lang="zh-CN" altLang="en-US" sz="1600" dirty="0">
                <a:ea typeface="微软雅黑" panose="020B0503020204020204" charset="-122"/>
                <a:sym typeface="+mn-ea"/>
              </a:rPr>
              <a:t>位：</a:t>
            </a:r>
            <a:r>
              <a:rPr lang="en-US" altLang="zh-CN" sz="1600" dirty="0">
                <a:ea typeface="微软雅黑" panose="020B0503020204020204" charset="-122"/>
                <a:sym typeface="+mn-ea"/>
              </a:rPr>
              <a:t>E:</a:t>
            </a:r>
            <a:r>
              <a:rPr lang="zh-CN" altLang="en-US" sz="1600" dirty="0">
                <a:ea typeface="微软雅黑" panose="020B0503020204020204" charset="-122"/>
                <a:sym typeface="+mn-ea"/>
              </a:rPr>
              <a:t>东经</a:t>
            </a:r>
            <a:endParaRPr lang="zh-CN" altLang="en-US" sz="1600" b="0" dirty="0">
              <a:ea typeface="微软雅黑" panose="020B0503020204020204" charset="-122"/>
            </a:endParaRPr>
          </a:p>
          <a:p>
            <a:pPr indent="0"/>
            <a:r>
              <a:rPr lang="en-US" altLang="zh-CN" sz="1600" dirty="0">
                <a:ea typeface="微软雅黑" panose="020B0503020204020204" charset="-122"/>
                <a:sym typeface="+mn-ea"/>
              </a:rPr>
              <a:t>                </a:t>
            </a:r>
            <a:r>
              <a:rPr lang="en-US" sz="1600" dirty="0">
                <a:ea typeface="微软雅黑" panose="020B0503020204020204" charset="-122"/>
                <a:sym typeface="+mn-ea"/>
              </a:rPr>
              <a:t>1</a:t>
            </a:r>
            <a:r>
              <a:rPr lang="zh-CN" altLang="en-US" sz="1600" dirty="0">
                <a:ea typeface="微软雅黑" panose="020B0503020204020204" charset="-122"/>
                <a:sym typeface="+mn-ea"/>
              </a:rPr>
              <a:t>位后：经度</a:t>
            </a:r>
            <a:endParaRPr lang="zh-CN" altLang="en-US" sz="1600" b="0" dirty="0">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5DA4EFA-8F9B-4E64-96A6-7E64C0239D92}" type="slidenum">
              <a:rPr lang="zh-CN" altLang="en-US" smtClean="0"/>
              <a:t>4</a:t>
            </a:fld>
            <a:endParaRPr lang="zh-CN" altLang="en-US"/>
          </a:p>
        </p:txBody>
      </p:sp>
      <p:sp>
        <p:nvSpPr>
          <p:cNvPr id="5" name="テキスト ボックス 4"/>
          <p:cNvSpPr txBox="1"/>
          <p:nvPr/>
        </p:nvSpPr>
        <p:spPr>
          <a:xfrm>
            <a:off x="233504" y="399294"/>
            <a:ext cx="4302781" cy="461665"/>
          </a:xfrm>
          <a:prstGeom prst="rect">
            <a:avLst/>
          </a:prstGeom>
          <a:noFill/>
        </p:spPr>
        <p:txBody>
          <a:bodyPr wrap="none" rtlCol="0">
            <a:spAutoFit/>
          </a:bodyPr>
          <a:lstStyle/>
          <a:p>
            <a:r>
              <a:rPr kumimoji="1" lang="en-US" altLang="zh-CN" sz="2400" dirty="0">
                <a:latin typeface="+mn-ea"/>
              </a:rPr>
              <a:t>3. </a:t>
            </a:r>
            <a:r>
              <a:rPr lang="en-US" altLang="zh-CN" sz="2400" dirty="0">
                <a:latin typeface="+mn-ea"/>
              </a:rPr>
              <a:t>19MC</a:t>
            </a:r>
            <a:r>
              <a:rPr lang="zh-CN" altLang="en-US" sz="2400" dirty="0">
                <a:latin typeface="+mn-ea"/>
              </a:rPr>
              <a:t>改</a:t>
            </a:r>
            <a:r>
              <a:rPr lang="en-US" altLang="zh-CN" sz="2400" dirty="0">
                <a:latin typeface="+mn-ea"/>
              </a:rPr>
              <a:t>-</a:t>
            </a:r>
            <a:r>
              <a:rPr lang="zh-CN" altLang="en-US" sz="2400" dirty="0">
                <a:latin typeface="+mn-ea"/>
              </a:rPr>
              <a:t>紧急通报业务场景</a:t>
            </a:r>
            <a:endParaRPr kumimoji="1" lang="en-US" altLang="zh-CN" sz="2400" dirty="0"/>
          </a:p>
        </p:txBody>
      </p:sp>
      <p:sp>
        <p:nvSpPr>
          <p:cNvPr id="46" name="文本框 45"/>
          <p:cNvSpPr txBox="1"/>
          <p:nvPr/>
        </p:nvSpPr>
        <p:spPr>
          <a:xfrm>
            <a:off x="233504" y="1026392"/>
            <a:ext cx="1441420" cy="307777"/>
          </a:xfrm>
          <a:prstGeom prst="rect">
            <a:avLst/>
          </a:prstGeom>
          <a:noFill/>
          <a:ln>
            <a:solidFill>
              <a:schemeClr val="tx1"/>
            </a:solidFill>
          </a:ln>
        </p:spPr>
        <p:txBody>
          <a:bodyPr wrap="square" rtlCol="0">
            <a:spAutoFit/>
          </a:bodyPr>
          <a:lstStyle/>
          <a:p>
            <a:r>
              <a:rPr lang="zh-CN" altLang="en-US" sz="1400" b="1" dirty="0">
                <a:latin typeface="+mn-ea"/>
              </a:rPr>
              <a:t>坐标无效化场景</a:t>
            </a:r>
          </a:p>
        </p:txBody>
      </p:sp>
      <p:sp>
        <p:nvSpPr>
          <p:cNvPr id="53" name="文本框 52"/>
          <p:cNvSpPr txBox="1"/>
          <p:nvPr/>
        </p:nvSpPr>
        <p:spPr>
          <a:xfrm>
            <a:off x="1313286" y="1499602"/>
            <a:ext cx="723275" cy="307777"/>
          </a:xfrm>
          <a:prstGeom prst="rect">
            <a:avLst/>
          </a:prstGeom>
          <a:noFill/>
        </p:spPr>
        <p:txBody>
          <a:bodyPr wrap="square" rtlCol="0">
            <a:spAutoFit/>
          </a:bodyPr>
          <a:lstStyle/>
          <a:p>
            <a:pPr algn="ctr"/>
            <a:r>
              <a:rPr lang="zh-CN" altLang="en-US" sz="1400" b="1" dirty="0">
                <a:latin typeface="+mn-ea"/>
              </a:rPr>
              <a:t>变换前</a:t>
            </a:r>
          </a:p>
        </p:txBody>
      </p:sp>
      <p:sp>
        <p:nvSpPr>
          <p:cNvPr id="55" name="文本框 54"/>
          <p:cNvSpPr txBox="1"/>
          <p:nvPr/>
        </p:nvSpPr>
        <p:spPr>
          <a:xfrm>
            <a:off x="5053467" y="1519196"/>
            <a:ext cx="902811" cy="307777"/>
          </a:xfrm>
          <a:prstGeom prst="rect">
            <a:avLst/>
          </a:prstGeom>
          <a:noFill/>
        </p:spPr>
        <p:txBody>
          <a:bodyPr wrap="square" rtlCol="0">
            <a:spAutoFit/>
          </a:bodyPr>
          <a:lstStyle/>
          <a:p>
            <a:pPr algn="ctr"/>
            <a:r>
              <a:rPr lang="zh-CN" altLang="en-US" sz="1400" b="1" dirty="0">
                <a:latin typeface="+mn-ea"/>
              </a:rPr>
              <a:t>无效化后</a:t>
            </a:r>
          </a:p>
        </p:txBody>
      </p:sp>
      <p:sp>
        <p:nvSpPr>
          <p:cNvPr id="6" name="右箭头 5"/>
          <p:cNvSpPr/>
          <p:nvPr/>
        </p:nvSpPr>
        <p:spPr>
          <a:xfrm>
            <a:off x="3037101" y="3610020"/>
            <a:ext cx="1110615" cy="635000"/>
          </a:xfrm>
          <a:prstGeom prst="righ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394809" y="3441271"/>
            <a:ext cx="716280" cy="306705"/>
          </a:xfrm>
          <a:prstGeom prst="rect">
            <a:avLst/>
          </a:prstGeom>
          <a:noFill/>
        </p:spPr>
        <p:txBody>
          <a:bodyPr wrap="square" rtlCol="0">
            <a:spAutoFit/>
          </a:bodyPr>
          <a:lstStyle/>
          <a:p>
            <a:pPr algn="ctr"/>
            <a:r>
              <a:rPr lang="zh-CN" altLang="en-US" sz="1400" b="1">
                <a:latin typeface="+mn-ea"/>
              </a:rPr>
              <a:t>合规后</a:t>
            </a:r>
            <a:endParaRPr lang="zh-CN" altLang="en-US" sz="1400" b="1">
              <a:solidFill>
                <a:srgbClr val="FF0000"/>
              </a:solidFill>
              <a:latin typeface="+mn-ea"/>
            </a:endParaRPr>
          </a:p>
        </p:txBody>
      </p:sp>
      <p:graphicFrame>
        <p:nvGraphicFramePr>
          <p:cNvPr id="13" name="表格 12"/>
          <p:cNvGraphicFramePr/>
          <p:nvPr>
            <p:custDataLst>
              <p:tags r:id="rId1"/>
            </p:custDataLst>
            <p:extLst>
              <p:ext uri="{D42A27DB-BD31-4B8C-83A1-F6EECF244321}">
                <p14:modId xmlns:p14="http://schemas.microsoft.com/office/powerpoint/2010/main" val="320085194"/>
              </p:ext>
            </p:extLst>
          </p:nvPr>
        </p:nvGraphicFramePr>
        <p:xfrm>
          <a:off x="394269" y="1839619"/>
          <a:ext cx="2557555" cy="3641504"/>
        </p:xfrm>
        <a:graphic>
          <a:graphicData uri="http://schemas.openxmlformats.org/drawingml/2006/table">
            <a:tbl>
              <a:tblPr/>
              <a:tblGrid>
                <a:gridCol w="1691831">
                  <a:extLst>
                    <a:ext uri="{9D8B030D-6E8A-4147-A177-3AD203B41FA5}">
                      <a16:colId xmlns:a16="http://schemas.microsoft.com/office/drawing/2014/main" val="20000"/>
                    </a:ext>
                  </a:extLst>
                </a:gridCol>
                <a:gridCol w="865724">
                  <a:extLst>
                    <a:ext uri="{9D8B030D-6E8A-4147-A177-3AD203B41FA5}">
                      <a16:colId xmlns:a16="http://schemas.microsoft.com/office/drawing/2014/main" val="20001"/>
                    </a:ext>
                  </a:extLst>
                </a:gridCol>
              </a:tblGrid>
              <a:tr h="314177">
                <a:tc gridSpan="2">
                  <a:txBody>
                    <a:bodyPr/>
                    <a:lstStyle/>
                    <a:p>
                      <a:pPr indent="0" algn="ctr">
                        <a:buNone/>
                      </a:pPr>
                      <a:r>
                        <a:rPr lang="en-US" sz="1100" b="0" dirty="0" err="1">
                          <a:solidFill>
                            <a:srgbClr val="000000"/>
                          </a:solidFill>
                          <a:latin typeface="+mn-ea"/>
                          <a:ea typeface="+mn-ea"/>
                        </a:rPr>
                        <a:t>DCM数据</a:t>
                      </a:r>
                      <a:endParaRPr lang="en-US" sz="1100" b="0" dirty="0">
                        <a:solidFill>
                          <a:srgbClr val="000000"/>
                        </a:solidFill>
                        <a:latin typeface="+mn-ea"/>
                        <a:ea typeface="+mn-ea"/>
                      </a:endParaRPr>
                    </a:p>
                    <a:p>
                      <a:pPr indent="0" algn="ctr">
                        <a:buNone/>
                      </a:pPr>
                      <a:r>
                        <a:rPr lang="en-US" sz="1100" dirty="0" err="1">
                          <a:solidFill>
                            <a:srgbClr val="000000"/>
                          </a:solidFill>
                          <a:latin typeface="+mn-ea"/>
                          <a:ea typeface="+mn-ea"/>
                          <a:sym typeface="+mn-ea"/>
                        </a:rPr>
                        <a:t>变换前</a:t>
                      </a:r>
                      <a:endParaRPr lang="en-US" altLang="en-US" sz="1100" b="0" dirty="0">
                        <a:solidFill>
                          <a:srgbClr val="000000"/>
                        </a:solidFill>
                        <a:latin typeface="+mn-ea"/>
                        <a:ea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EAEFF7"/>
                    </a:solidFill>
                  </a:tcPr>
                </a:tc>
                <a:tc hMerge="1">
                  <a:txBody>
                    <a:bodyPr/>
                    <a:lstStyle/>
                    <a:p>
                      <a:endParaRPr lang="zh-CN"/>
                    </a:p>
                  </a:txBody>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tcPr>
                </a:tc>
                <a:extLst>
                  <a:ext uri="{0D108BD9-81ED-4DB2-BD59-A6C34878D82A}">
                    <a16:rowId xmlns:a16="http://schemas.microsoft.com/office/drawing/2014/main" val="10000"/>
                  </a:ext>
                </a:extLst>
              </a:tr>
              <a:tr h="156075">
                <a:tc>
                  <a:txBody>
                    <a:bodyPr/>
                    <a:lstStyle/>
                    <a:p>
                      <a:pPr indent="0">
                        <a:buNone/>
                      </a:pPr>
                      <a:r>
                        <a:rPr lang="en-US" sz="900" b="0">
                          <a:solidFill>
                            <a:srgbClr val="000000"/>
                          </a:solidFill>
                          <a:latin typeface="+mn-ea"/>
                          <a:ea typeface="+mn-ea"/>
                        </a:rPr>
                        <a:t>测地系</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no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tc>
                  <a:txBody>
                    <a:bodyPr/>
                    <a:lstStyle/>
                    <a:p>
                      <a:pPr indent="0">
                        <a:buNone/>
                      </a:pPr>
                      <a:r>
                        <a:rPr lang="en-US" altLang="en-US" sz="900" b="0" dirty="0">
                          <a:solidFill>
                            <a:srgbClr val="000000"/>
                          </a:solidFill>
                          <a:latin typeface="+mn-ea"/>
                          <a:ea typeface="+mn-ea"/>
                        </a:rPr>
                        <a:t>02</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1"/>
                  </a:ext>
                </a:extLst>
              </a:tr>
              <a:tr h="374985">
                <a:tc>
                  <a:txBody>
                    <a:bodyPr/>
                    <a:lstStyle/>
                    <a:p>
                      <a:pPr indent="0">
                        <a:buNone/>
                      </a:pPr>
                      <a:r>
                        <a:rPr lang="zh-CN" altLang="en-US" sz="900" b="0">
                          <a:solidFill>
                            <a:srgbClr val="000000"/>
                          </a:solidFill>
                          <a:latin typeface="+mn-ea"/>
                          <a:ea typeface="+mn-ea"/>
                        </a:rPr>
                        <a:t>坐标</a:t>
                      </a:r>
                      <a:r>
                        <a:rPr lang="en-US" sz="900" b="0">
                          <a:solidFill>
                            <a:srgbClr val="000000"/>
                          </a:solidFill>
                          <a:latin typeface="+mn-ea"/>
                          <a:ea typeface="+mn-ea"/>
                        </a:rPr>
                        <a:t>个数</a:t>
                      </a:r>
                    </a:p>
                    <a:p>
                      <a:pPr indent="0">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正确性不</a:t>
                      </a:r>
                      <a:r>
                        <a:rPr lang="en-US" altLang="zh-CN" sz="900">
                          <a:solidFill>
                            <a:schemeClr val="bg1">
                              <a:lumMod val="50000"/>
                            </a:schemeClr>
                          </a:solidFill>
                          <a:latin typeface="+mn-ea"/>
                          <a:ea typeface="+mn-ea"/>
                          <a:sym typeface="+mn-ea"/>
                        </a:rPr>
                        <a:t>check)</a:t>
                      </a:r>
                      <a:endParaRPr lang="zh-CN"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ADB9CA"/>
                    </a:solidFill>
                  </a:tcPr>
                </a:tc>
                <a:tc>
                  <a:txBody>
                    <a:bodyPr/>
                    <a:lstStyle/>
                    <a:p>
                      <a:pPr indent="0">
                        <a:buNone/>
                      </a:pPr>
                      <a:r>
                        <a:rPr lang="en-US" altLang="en-US" sz="900" b="0">
                          <a:solidFill>
                            <a:schemeClr val="tx1"/>
                          </a:solidFill>
                          <a:latin typeface="+mn-ea"/>
                          <a:ea typeface="+mn-ea"/>
                        </a:rPr>
                        <a:t>5</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ADB9CA"/>
                    </a:solidFill>
                  </a:tcPr>
                </a:tc>
                <a:extLst>
                  <a:ext uri="{0D108BD9-81ED-4DB2-BD59-A6C34878D82A}">
                    <a16:rowId xmlns:a16="http://schemas.microsoft.com/office/drawing/2014/main" val="10002"/>
                  </a:ext>
                </a:extLst>
              </a:tr>
              <a:tr h="156075">
                <a:tc rowSpan="2">
                  <a:txBody>
                    <a:bodyPr/>
                    <a:lstStyle/>
                    <a:p>
                      <a:pPr indent="0" algn="l">
                        <a:buNone/>
                      </a:pPr>
                      <a:r>
                        <a:rPr lang="zh-CN" altLang="en-US" sz="900" dirty="0">
                          <a:solidFill>
                            <a:srgbClr val="000000"/>
                          </a:solidFill>
                          <a:latin typeface="+mn-ea"/>
                          <a:ea typeface="+mn-ea"/>
                          <a:sym typeface="+mn-ea"/>
                        </a:rPr>
                        <a:t>坐标</a:t>
                      </a:r>
                      <a:r>
                        <a:rPr lang="en-US" sz="900" b="0" dirty="0">
                          <a:solidFill>
                            <a:srgbClr val="000000"/>
                          </a:solidFill>
                          <a:latin typeface="+mn-ea"/>
                          <a:ea typeface="+mn-ea"/>
                        </a:rPr>
                        <a:t>1</a:t>
                      </a:r>
                    </a:p>
                    <a:p>
                      <a:pPr indent="0" algn="l">
                        <a:buNone/>
                      </a:pPr>
                      <a:r>
                        <a:rPr lang="en-US" altLang="zh-CN" sz="900" b="0" dirty="0">
                          <a:solidFill>
                            <a:schemeClr val="bg1">
                              <a:lumMod val="50000"/>
                            </a:schemeClr>
                          </a:solidFill>
                          <a:latin typeface="+mn-ea"/>
                          <a:ea typeface="+mn-ea"/>
                        </a:rPr>
                        <a:t>(</a:t>
                      </a:r>
                      <a:r>
                        <a:rPr lang="zh-CN" altLang="en-US" sz="900" b="0" dirty="0">
                          <a:solidFill>
                            <a:schemeClr val="bg1">
                              <a:lumMod val="50000"/>
                            </a:schemeClr>
                          </a:solidFill>
                          <a:latin typeface="+mn-ea"/>
                          <a:ea typeface="+mn-ea"/>
                        </a:rPr>
                        <a:t>合规坐标</a:t>
                      </a:r>
                      <a:r>
                        <a:rPr lang="en-US" altLang="zh-CN" sz="900" b="0" dirty="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b="0">
                          <a:solidFill>
                            <a:srgbClr val="000000"/>
                          </a:solidFill>
                          <a:latin typeface="+mn-ea"/>
                          <a:ea typeface="+mn-ea"/>
                        </a:rPr>
                        <a:t>纬度</a:t>
                      </a:r>
                      <a:r>
                        <a:rPr lang="en-US" sz="900" b="0">
                          <a:solidFill>
                            <a:srgbClr val="000000"/>
                          </a:solidFill>
                          <a:latin typeface="+mn-ea"/>
                          <a:ea typeface="+mn-ea"/>
                        </a:rPr>
                        <a:t>1</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3"/>
                  </a:ext>
                </a:extLst>
              </a:tr>
              <a:tr h="21891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en-US" sz="900" b="0">
                          <a:solidFill>
                            <a:srgbClr val="000000"/>
                          </a:solidFill>
                          <a:latin typeface="+mn-ea"/>
                          <a:ea typeface="+mn-ea"/>
                        </a:rPr>
                        <a:t>经度1</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162041">
                <a:tc rowSpan="2">
                  <a:txBody>
                    <a:bodyPr/>
                    <a:lstStyle/>
                    <a:p>
                      <a:pPr indent="0" algn="l">
                        <a:buNone/>
                      </a:pPr>
                      <a:r>
                        <a:rPr lang="zh-CN" altLang="en-US" sz="900">
                          <a:solidFill>
                            <a:srgbClr val="000000"/>
                          </a:solidFill>
                          <a:latin typeface="+mn-ea"/>
                          <a:ea typeface="+mn-ea"/>
                          <a:sym typeface="+mn-ea"/>
                        </a:rPr>
                        <a:t>坐标</a:t>
                      </a:r>
                      <a:r>
                        <a:rPr lang="zh-CN" sz="900" b="0">
                          <a:solidFill>
                            <a:srgbClr val="000000"/>
                          </a:solidFill>
                          <a:latin typeface="+mn-ea"/>
                          <a:ea typeface="+mn-ea"/>
                        </a:rPr>
                        <a:t>2</a:t>
                      </a:r>
                    </a:p>
                    <a:p>
                      <a:pPr indent="0" algn="l">
                        <a:buNone/>
                      </a:pPr>
                      <a:r>
                        <a:rPr lang="en-US" altLang="zh-CN" sz="900" b="0">
                          <a:solidFill>
                            <a:schemeClr val="bg1">
                              <a:lumMod val="50000"/>
                            </a:schemeClr>
                          </a:solidFill>
                          <a:latin typeface="+mn-ea"/>
                          <a:ea typeface="+mn-ea"/>
                        </a:rPr>
                        <a:t>(</a:t>
                      </a:r>
                      <a:r>
                        <a:rPr lang="zh-CN" altLang="en-US" sz="900" b="0">
                          <a:solidFill>
                            <a:schemeClr val="bg1">
                              <a:lumMod val="50000"/>
                            </a:schemeClr>
                          </a:solidFill>
                          <a:latin typeface="+mn-ea"/>
                          <a:ea typeface="+mn-ea"/>
                        </a:rPr>
                        <a:t>非数值</a:t>
                      </a:r>
                      <a:r>
                        <a:rPr lang="en-US" altLang="zh-CN" sz="900" b="0">
                          <a:solidFill>
                            <a:schemeClr val="bg1">
                              <a:lumMod val="50000"/>
                            </a:schemeClr>
                          </a:solidFill>
                          <a:latin typeface="+mn-ea"/>
                          <a:ea typeface="+mn-ea"/>
                        </a:rPr>
                        <a:t>-&gt;</a:t>
                      </a:r>
                      <a:r>
                        <a:rPr lang="zh-CN" altLang="en-US" sz="900" b="0">
                          <a:solidFill>
                            <a:schemeClr val="bg1">
                              <a:lumMod val="50000"/>
                            </a:schemeClr>
                          </a:solidFill>
                          <a:latin typeface="+mn-ea"/>
                          <a:ea typeface="+mn-ea"/>
                        </a:rPr>
                        <a:t>无效化</a:t>
                      </a:r>
                      <a:r>
                        <a:rPr lang="en-US" altLang="zh-CN" sz="900" b="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en-US" sz="900" b="0" dirty="0">
                          <a:solidFill>
                            <a:srgbClr val="000000"/>
                          </a:solidFill>
                          <a:latin typeface="+mn-ea"/>
                          <a:ea typeface="+mn-ea"/>
                        </a:rPr>
                        <a:t>纬度2</a:t>
                      </a:r>
                      <a:endParaRPr lang="en-US" altLang="en-US" sz="900" b="0" dirty="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5"/>
                  </a:ext>
                </a:extLst>
              </a:tr>
              <a:tr h="21891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en-US" sz="900" b="0">
                          <a:solidFill>
                            <a:srgbClr val="000000"/>
                          </a:solidFill>
                          <a:latin typeface="+mn-ea"/>
                          <a:ea typeface="+mn-ea"/>
                        </a:rPr>
                        <a:t>经度2</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6"/>
                  </a:ext>
                </a:extLst>
              </a:tr>
              <a:tr h="156075">
                <a:tc rowSpan="2">
                  <a:txBody>
                    <a:bodyPr/>
                    <a:lstStyle/>
                    <a:p>
                      <a:pPr indent="0" algn="l">
                        <a:buNone/>
                      </a:pPr>
                      <a:r>
                        <a:rPr lang="zh-CN" altLang="en-US" sz="900">
                          <a:solidFill>
                            <a:srgbClr val="000000"/>
                          </a:solidFill>
                          <a:latin typeface="+mn-ea"/>
                          <a:ea typeface="+mn-ea"/>
                          <a:sym typeface="+mn-ea"/>
                        </a:rPr>
                        <a:t>坐标</a:t>
                      </a:r>
                      <a:r>
                        <a:rPr lang="zh-CN" sz="900" b="0">
                          <a:solidFill>
                            <a:srgbClr val="000000"/>
                          </a:solidFill>
                          <a:latin typeface="+mn-ea"/>
                          <a:ea typeface="+mn-ea"/>
                        </a:rPr>
                        <a:t>3</a:t>
                      </a:r>
                    </a:p>
                    <a:p>
                      <a:pPr indent="0" algn="l">
                        <a:buNone/>
                      </a:pPr>
                      <a:r>
                        <a:rPr lang="en-US" altLang="zh-CN" sz="900" b="0">
                          <a:solidFill>
                            <a:schemeClr val="bg1">
                              <a:lumMod val="50000"/>
                            </a:schemeClr>
                          </a:solidFill>
                          <a:latin typeface="+mn-ea"/>
                          <a:ea typeface="+mn-ea"/>
                        </a:rPr>
                        <a:t>(</a:t>
                      </a:r>
                      <a:r>
                        <a:rPr lang="zh-CN" altLang="en-US" sz="900" b="0">
                          <a:solidFill>
                            <a:schemeClr val="bg1">
                              <a:lumMod val="50000"/>
                            </a:schemeClr>
                          </a:solidFill>
                          <a:latin typeface="+mn-ea"/>
                          <a:ea typeface="+mn-ea"/>
                        </a:rPr>
                        <a:t>纬度为空</a:t>
                      </a:r>
                      <a:r>
                        <a:rPr lang="en-US" altLang="zh-CN" sz="900" b="0">
                          <a:solidFill>
                            <a:schemeClr val="bg1">
                              <a:lumMod val="50000"/>
                            </a:schemeClr>
                          </a:solidFill>
                          <a:latin typeface="+mn-ea"/>
                          <a:ea typeface="+mn-ea"/>
                        </a:rPr>
                        <a:t>-&gt;</a:t>
                      </a:r>
                      <a:r>
                        <a:rPr lang="zh-CN" altLang="en-US" sz="900" b="0">
                          <a:solidFill>
                            <a:schemeClr val="bg1">
                              <a:lumMod val="50000"/>
                            </a:schemeClr>
                          </a:solidFill>
                          <a:latin typeface="+mn-ea"/>
                          <a:ea typeface="+mn-ea"/>
                        </a:rPr>
                        <a:t>无效化</a:t>
                      </a:r>
                      <a:r>
                        <a:rPr lang="en-US" altLang="zh-CN" sz="900" b="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b="0">
                          <a:solidFill>
                            <a:srgbClr val="FF0000"/>
                          </a:solidFill>
                          <a:latin typeface="+mn-ea"/>
                          <a:ea typeface="+mn-ea"/>
                        </a:rPr>
                        <a:t>空值</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7"/>
                  </a:ext>
                </a:extLst>
              </a:tr>
              <a:tr h="21891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en-US" sz="900" b="0">
                          <a:solidFill>
                            <a:srgbClr val="000000"/>
                          </a:solidFill>
                          <a:latin typeface="+mn-ea"/>
                          <a:ea typeface="+mn-ea"/>
                        </a:rPr>
                        <a:t>经度3</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8"/>
                  </a:ext>
                </a:extLst>
              </a:tr>
              <a:tr h="142512">
                <a:tc rowSpan="2">
                  <a:txBody>
                    <a:bodyPr/>
                    <a:lstStyle/>
                    <a:p>
                      <a:pPr indent="0" algn="l">
                        <a:buNone/>
                      </a:pPr>
                      <a:r>
                        <a:rPr lang="zh-CN" altLang="en-US" sz="900">
                          <a:solidFill>
                            <a:srgbClr val="000000"/>
                          </a:solidFill>
                          <a:latin typeface="+mn-ea"/>
                          <a:ea typeface="+mn-ea"/>
                          <a:sym typeface="+mn-ea"/>
                        </a:rPr>
                        <a:t>坐标</a:t>
                      </a:r>
                      <a:r>
                        <a:rPr lang="zh-CN" sz="900" b="0">
                          <a:solidFill>
                            <a:srgbClr val="000000"/>
                          </a:solidFill>
                          <a:latin typeface="+mn-ea"/>
                          <a:ea typeface="+mn-ea"/>
                        </a:rPr>
                        <a:t>4</a:t>
                      </a:r>
                    </a:p>
                    <a:p>
                      <a:pPr indent="0" algn="l">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经度度为空</a:t>
                      </a:r>
                      <a:r>
                        <a:rPr lang="en-US" altLang="zh-CN" sz="900">
                          <a:solidFill>
                            <a:schemeClr val="bg1">
                              <a:lumMod val="50000"/>
                            </a:schemeClr>
                          </a:solidFill>
                          <a:latin typeface="+mn-ea"/>
                          <a:ea typeface="+mn-ea"/>
                          <a:sym typeface="+mn-ea"/>
                        </a:rPr>
                        <a:t>-&gt;</a:t>
                      </a:r>
                      <a:r>
                        <a:rPr lang="zh-CN" altLang="en-US" sz="900">
                          <a:solidFill>
                            <a:schemeClr val="bg1">
                              <a:lumMod val="50000"/>
                            </a:schemeClr>
                          </a:solidFill>
                          <a:latin typeface="+mn-ea"/>
                          <a:ea typeface="+mn-ea"/>
                          <a:sym typeface="+mn-ea"/>
                        </a:rPr>
                        <a:t>无效化</a:t>
                      </a:r>
                      <a:r>
                        <a:rPr lang="en-US" altLang="zh-CN" sz="900">
                          <a:solidFill>
                            <a:schemeClr val="bg1">
                              <a:lumMod val="50000"/>
                            </a:schemeClr>
                          </a:solidFill>
                          <a:latin typeface="+mn-ea"/>
                          <a:ea typeface="+mn-ea"/>
                          <a:sym typeface="+mn-ea"/>
                        </a:rPr>
                        <a:t>)</a:t>
                      </a:r>
                      <a:endParaRPr lang="zh-CN" altLang="en-US" sz="900" b="0">
                        <a:solidFill>
                          <a:srgbClr val="000000"/>
                        </a:solidFill>
                        <a:latin typeface="+mn-ea"/>
                        <a:ea typeface="+mn-ea"/>
                      </a:endParaRPr>
                    </a:p>
                    <a:p>
                      <a:pPr indent="0" algn="l">
                        <a:buNone/>
                      </a:pP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en-US" sz="900" b="0">
                          <a:solidFill>
                            <a:srgbClr val="000000"/>
                          </a:solidFill>
                          <a:latin typeface="+mn-ea"/>
                          <a:ea typeface="+mn-ea"/>
                        </a:rPr>
                        <a:t>纬度4</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9"/>
                  </a:ext>
                </a:extLst>
              </a:tr>
              <a:tr h="112008">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zh-CN" altLang="en-US" sz="900">
                          <a:solidFill>
                            <a:srgbClr val="FF0000"/>
                          </a:solidFill>
                          <a:latin typeface="+mn-ea"/>
                          <a:ea typeface="+mn-ea"/>
                          <a:sym typeface="+mn-ea"/>
                        </a:rPr>
                        <a:t>空值</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0"/>
                  </a:ext>
                </a:extLst>
              </a:tr>
              <a:tr h="156075">
                <a:tc rowSpan="2">
                  <a:txBody>
                    <a:bodyPr/>
                    <a:lstStyle/>
                    <a:p>
                      <a:pPr indent="0" algn="l">
                        <a:buNone/>
                      </a:pPr>
                      <a:r>
                        <a:rPr lang="zh-CN" altLang="en-US" sz="900">
                          <a:solidFill>
                            <a:srgbClr val="000000"/>
                          </a:solidFill>
                          <a:latin typeface="+mn-ea"/>
                          <a:ea typeface="+mn-ea"/>
                          <a:sym typeface="+mn-ea"/>
                        </a:rPr>
                        <a:t>坐标</a:t>
                      </a:r>
                      <a:r>
                        <a:rPr lang="en-US" altLang="zh-CN" sz="900" b="0">
                          <a:solidFill>
                            <a:srgbClr val="000000"/>
                          </a:solidFill>
                          <a:latin typeface="+mn-ea"/>
                          <a:ea typeface="+mn-ea"/>
                        </a:rPr>
                        <a:t>5</a:t>
                      </a:r>
                      <a:endParaRPr lang="zh-CN" sz="900" b="0">
                        <a:solidFill>
                          <a:srgbClr val="000000"/>
                        </a:solidFill>
                        <a:latin typeface="+mn-ea"/>
                        <a:ea typeface="+mn-ea"/>
                      </a:endParaRPr>
                    </a:p>
                    <a:p>
                      <a:pPr indent="0" algn="l">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非合规坐标</a:t>
                      </a:r>
                      <a:r>
                        <a:rPr lang="en-US" altLang="zh-CN" sz="900">
                          <a:solidFill>
                            <a:schemeClr val="bg1">
                              <a:lumMod val="50000"/>
                            </a:schemeClr>
                          </a:solidFill>
                          <a:latin typeface="+mn-ea"/>
                          <a:ea typeface="+mn-ea"/>
                          <a:sym typeface="+mn-ea"/>
                        </a:rPr>
                        <a:t>-&gt;</a:t>
                      </a:r>
                      <a:r>
                        <a:rPr lang="zh-CN" altLang="en-US" sz="900">
                          <a:solidFill>
                            <a:schemeClr val="bg1">
                              <a:lumMod val="50000"/>
                            </a:schemeClr>
                          </a:solidFill>
                          <a:latin typeface="+mn-ea"/>
                          <a:ea typeface="+mn-ea"/>
                          <a:sym typeface="+mn-ea"/>
                        </a:rPr>
                        <a:t>无效化</a:t>
                      </a:r>
                      <a:r>
                        <a:rPr lang="en-US" altLang="zh-CN" sz="900">
                          <a:solidFill>
                            <a:schemeClr val="bg1">
                              <a:lumMod val="50000"/>
                            </a:schemeClr>
                          </a:solidFill>
                          <a:latin typeface="+mn-ea"/>
                          <a:ea typeface="+mn-ea"/>
                          <a:sym typeface="+mn-ea"/>
                        </a:rPr>
                        <a:t>)</a:t>
                      </a:r>
                      <a:endParaRPr lang="zh-CN" altLang="en-US" sz="900" b="0">
                        <a:solidFill>
                          <a:srgbClr val="000000"/>
                        </a:solidFill>
                        <a:latin typeface="+mn-ea"/>
                        <a:ea typeface="+mn-ea"/>
                      </a:endParaRPr>
                    </a:p>
                    <a:p>
                      <a:pPr indent="0" algn="l">
                        <a:buNone/>
                      </a:pP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solidFill>
                      <a:srgbClr val="FFFF00"/>
                    </a:solidFill>
                  </a:tcPr>
                </a:tc>
                <a:tc>
                  <a:txBody>
                    <a:bodyPr/>
                    <a:lstStyle/>
                    <a:p>
                      <a:pPr indent="0">
                        <a:buNone/>
                      </a:pPr>
                      <a:r>
                        <a:rPr lang="en-US" sz="900" b="0">
                          <a:solidFill>
                            <a:srgbClr val="000000"/>
                          </a:solidFill>
                          <a:latin typeface="+mn-ea"/>
                          <a:ea typeface="+mn-ea"/>
                        </a:rPr>
                        <a:t>纬度5</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1"/>
                  </a:ext>
                </a:extLst>
              </a:tr>
              <a:tr h="271139">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solidFill>
                      <a:srgbClr val="FFFF00"/>
                    </a:solidFill>
                  </a:tcPr>
                </a:tc>
                <a:tc>
                  <a:txBody>
                    <a:bodyPr/>
                    <a:lstStyle/>
                    <a:p>
                      <a:pPr indent="0">
                        <a:buNone/>
                      </a:pPr>
                      <a:r>
                        <a:rPr lang="en-US" sz="900" b="0">
                          <a:solidFill>
                            <a:srgbClr val="000000"/>
                          </a:solidFill>
                          <a:latin typeface="+mn-ea"/>
                          <a:ea typeface="+mn-ea"/>
                        </a:rPr>
                        <a:t>经度5</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2"/>
                  </a:ext>
                </a:extLst>
              </a:tr>
              <a:tr h="156075">
                <a:tc rowSpan="2">
                  <a:txBody>
                    <a:bodyPr/>
                    <a:lstStyle/>
                    <a:p>
                      <a:pPr indent="0" algn="l">
                        <a:buNone/>
                      </a:pPr>
                      <a:r>
                        <a:rPr lang="zh-CN" altLang="en-US" sz="900">
                          <a:solidFill>
                            <a:srgbClr val="000000"/>
                          </a:solidFill>
                          <a:latin typeface="+mn-ea"/>
                          <a:ea typeface="+mn-ea"/>
                          <a:sym typeface="+mn-ea"/>
                        </a:rPr>
                        <a:t>坐标</a:t>
                      </a:r>
                      <a:r>
                        <a:rPr lang="en-US" altLang="zh-CN" sz="900">
                          <a:solidFill>
                            <a:srgbClr val="000000"/>
                          </a:solidFill>
                          <a:latin typeface="+mn-ea"/>
                          <a:ea typeface="+mn-ea"/>
                          <a:sym typeface="+mn-ea"/>
                        </a:rPr>
                        <a:t>6</a:t>
                      </a:r>
                      <a:endParaRPr lang="zh-CN" sz="900" b="0">
                        <a:solidFill>
                          <a:srgbClr val="000000"/>
                        </a:solidFill>
                        <a:latin typeface="+mn-ea"/>
                        <a:ea typeface="+mn-ea"/>
                      </a:endParaRPr>
                    </a:p>
                    <a:p>
                      <a:pPr indent="0" algn="l">
                        <a:buNone/>
                      </a:pPr>
                      <a:r>
                        <a:rPr lang="en-US" altLang="zh-CN" sz="900">
                          <a:solidFill>
                            <a:schemeClr val="bg1">
                              <a:lumMod val="50000"/>
                            </a:schemeClr>
                          </a:solidFill>
                          <a:latin typeface="+mn-ea"/>
                          <a:sym typeface="+mn-ea"/>
                        </a:rPr>
                        <a:t>(</a:t>
                      </a:r>
                      <a:r>
                        <a:rPr lang="zh-CN" altLang="en-US" sz="900">
                          <a:solidFill>
                            <a:schemeClr val="bg1">
                              <a:lumMod val="50000"/>
                            </a:schemeClr>
                          </a:solidFill>
                          <a:latin typeface="+mn-ea"/>
                          <a:sym typeface="+mn-ea"/>
                        </a:rPr>
                        <a:t>经纬度任一为无效值</a:t>
                      </a:r>
                      <a:r>
                        <a:rPr lang="en-US" altLang="zh-CN" sz="900">
                          <a:solidFill>
                            <a:schemeClr val="bg1">
                              <a:lumMod val="50000"/>
                            </a:schemeClr>
                          </a:solidFill>
                          <a:latin typeface="+mn-ea"/>
                          <a:sym typeface="+mn-ea"/>
                        </a:rPr>
                        <a:t>-&gt;</a:t>
                      </a:r>
                      <a:r>
                        <a:rPr lang="zh-CN" altLang="en-US" sz="900">
                          <a:solidFill>
                            <a:schemeClr val="bg1">
                              <a:lumMod val="50000"/>
                            </a:schemeClr>
                          </a:solidFill>
                          <a:latin typeface="+mn-ea"/>
                          <a:sym typeface="+mn-ea"/>
                        </a:rPr>
                        <a:t>无效化</a:t>
                      </a:r>
                      <a:r>
                        <a:rPr lang="en-US" altLang="zh-CN" sz="900">
                          <a:solidFill>
                            <a:schemeClr val="bg1">
                              <a:lumMod val="50000"/>
                            </a:schemeClr>
                          </a:solidFill>
                          <a:latin typeface="+mn-ea"/>
                          <a:sym typeface="+mn-ea"/>
                        </a:rPr>
                        <a:t>)</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solidFill>
                      <a:srgbClr val="FFFF00"/>
                    </a:solidFill>
                  </a:tcPr>
                </a:tc>
                <a:tc>
                  <a:txBody>
                    <a:bodyPr/>
                    <a:lstStyle/>
                    <a:p>
                      <a:pPr indent="0">
                        <a:buNone/>
                      </a:pPr>
                      <a:r>
                        <a:rPr lang="en-US" sz="900" b="0">
                          <a:solidFill>
                            <a:srgbClr val="000000"/>
                          </a:solidFill>
                          <a:latin typeface="+mn-ea"/>
                          <a:ea typeface="+mn-ea"/>
                        </a:rPr>
                        <a:t>纬度6</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3"/>
                  </a:ext>
                </a:extLst>
              </a:tr>
              <a:tr h="298389">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solidFill>
                      <a:srgbClr val="FFFF00"/>
                    </a:solidFill>
                  </a:tcPr>
                </a:tc>
                <a:tc>
                  <a:txBody>
                    <a:bodyPr/>
                    <a:lstStyle/>
                    <a:p>
                      <a:pPr indent="0">
                        <a:buNone/>
                      </a:pPr>
                      <a:r>
                        <a:rPr lang="en-US" sz="900" b="0" dirty="0">
                          <a:solidFill>
                            <a:srgbClr val="000000"/>
                          </a:solidFill>
                          <a:latin typeface="+mn-ea"/>
                          <a:ea typeface="+mn-ea"/>
                        </a:rPr>
                        <a:t>经度6</a:t>
                      </a:r>
                      <a:endParaRPr lang="en-US" altLang="en-US" sz="900" b="0" dirty="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4"/>
                  </a:ext>
                </a:extLst>
              </a:tr>
            </a:tbl>
          </a:graphicData>
        </a:graphic>
      </p:graphicFrame>
      <p:graphicFrame>
        <p:nvGraphicFramePr>
          <p:cNvPr id="14" name="表格 13"/>
          <p:cNvGraphicFramePr/>
          <p:nvPr>
            <p:custDataLst>
              <p:tags r:id="rId2"/>
            </p:custDataLst>
            <p:extLst>
              <p:ext uri="{D42A27DB-BD31-4B8C-83A1-F6EECF244321}">
                <p14:modId xmlns:p14="http://schemas.microsoft.com/office/powerpoint/2010/main" val="4146916703"/>
              </p:ext>
            </p:extLst>
          </p:nvPr>
        </p:nvGraphicFramePr>
        <p:xfrm>
          <a:off x="4232993" y="1859214"/>
          <a:ext cx="2557555" cy="3695756"/>
        </p:xfrm>
        <a:graphic>
          <a:graphicData uri="http://schemas.openxmlformats.org/drawingml/2006/table">
            <a:tbl>
              <a:tblPr/>
              <a:tblGrid>
                <a:gridCol w="1730479">
                  <a:extLst>
                    <a:ext uri="{9D8B030D-6E8A-4147-A177-3AD203B41FA5}">
                      <a16:colId xmlns:a16="http://schemas.microsoft.com/office/drawing/2014/main" val="20000"/>
                    </a:ext>
                  </a:extLst>
                </a:gridCol>
                <a:gridCol w="827076">
                  <a:extLst>
                    <a:ext uri="{9D8B030D-6E8A-4147-A177-3AD203B41FA5}">
                      <a16:colId xmlns:a16="http://schemas.microsoft.com/office/drawing/2014/main" val="20001"/>
                    </a:ext>
                  </a:extLst>
                </a:gridCol>
              </a:tblGrid>
              <a:tr h="392509">
                <a:tc gridSpan="2">
                  <a:txBody>
                    <a:bodyPr/>
                    <a:lstStyle/>
                    <a:p>
                      <a:pPr indent="0" algn="ctr">
                        <a:buNone/>
                      </a:pPr>
                      <a:r>
                        <a:rPr lang="zh-CN" altLang="en-US" sz="1100" b="0" dirty="0">
                          <a:solidFill>
                            <a:srgbClr val="000000"/>
                          </a:solidFill>
                          <a:latin typeface="+mn-ea"/>
                          <a:ea typeface="+mn-ea"/>
                        </a:rPr>
                        <a:t>替换后</a:t>
                      </a:r>
                      <a:endParaRPr lang="en-US" altLang="zh-CN" sz="1100" b="0" dirty="0">
                        <a:solidFill>
                          <a:srgbClr val="000000"/>
                        </a:solidFill>
                        <a:latin typeface="+mn-ea"/>
                        <a:ea typeface="+mn-ea"/>
                      </a:endParaRPr>
                    </a:p>
                    <a:p>
                      <a:pPr indent="0" algn="ctr">
                        <a:buNone/>
                      </a:pPr>
                      <a:r>
                        <a:rPr lang="zh-CN" altLang="en-US" sz="1100" b="0" dirty="0">
                          <a:solidFill>
                            <a:srgbClr val="000000"/>
                          </a:solidFill>
                          <a:latin typeface="+mn-ea"/>
                          <a:ea typeface="+mn-ea"/>
                          <a:sym typeface="+mn-ea"/>
                        </a:rPr>
                        <a:t>数据</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EAEFF7"/>
                    </a:solidFill>
                  </a:tcPr>
                </a:tc>
                <a:tc hMerge="1">
                  <a:txBody>
                    <a:bodyPr/>
                    <a:lstStyle/>
                    <a:p>
                      <a:endParaRPr lang="zh-CN"/>
                    </a:p>
                  </a:txBody>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tcPr>
                </a:tc>
                <a:extLst>
                  <a:ext uri="{0D108BD9-81ED-4DB2-BD59-A6C34878D82A}">
                    <a16:rowId xmlns:a16="http://schemas.microsoft.com/office/drawing/2014/main" val="10000"/>
                  </a:ext>
                </a:extLst>
              </a:tr>
              <a:tr h="216131">
                <a:tc>
                  <a:txBody>
                    <a:bodyPr/>
                    <a:lstStyle/>
                    <a:p>
                      <a:pPr indent="0">
                        <a:buNone/>
                      </a:pPr>
                      <a:r>
                        <a:rPr lang="en-US" sz="900" b="0">
                          <a:solidFill>
                            <a:srgbClr val="000000"/>
                          </a:solidFill>
                          <a:latin typeface="+mn-ea"/>
                          <a:ea typeface="+mn-ea"/>
                        </a:rPr>
                        <a:t>测地系</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no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tc>
                  <a:txBody>
                    <a:bodyPr/>
                    <a:lstStyle/>
                    <a:p>
                      <a:pPr indent="0">
                        <a:buNone/>
                      </a:pPr>
                      <a:r>
                        <a:rPr lang="en-US" altLang="zh-CN" sz="900" b="0" dirty="0">
                          <a:solidFill>
                            <a:schemeClr val="tx1"/>
                          </a:solidFill>
                          <a:latin typeface="+mn-ea"/>
                          <a:ea typeface="+mn-ea"/>
                        </a:rPr>
                        <a:t>02</a:t>
                      </a:r>
                      <a:endParaRPr lang="zh-CN" altLang="en-US" sz="900" b="0" dirty="0">
                        <a:solidFill>
                          <a:schemeClr val="tx1"/>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1"/>
                  </a:ext>
                </a:extLst>
              </a:tr>
              <a:tr h="367702">
                <a:tc>
                  <a:txBody>
                    <a:bodyPr/>
                    <a:lstStyle/>
                    <a:p>
                      <a:pPr indent="0">
                        <a:buNone/>
                      </a:pPr>
                      <a:r>
                        <a:rPr lang="zh-CN" altLang="en-US" sz="900">
                          <a:solidFill>
                            <a:srgbClr val="000000"/>
                          </a:solidFill>
                          <a:latin typeface="+mn-ea"/>
                          <a:ea typeface="+mn-ea"/>
                          <a:sym typeface="+mn-ea"/>
                        </a:rPr>
                        <a:t>坐标</a:t>
                      </a:r>
                      <a:r>
                        <a:rPr lang="en-US" sz="900" b="0">
                          <a:solidFill>
                            <a:srgbClr val="000000"/>
                          </a:solidFill>
                          <a:latin typeface="+mn-ea"/>
                          <a:ea typeface="+mn-ea"/>
                        </a:rPr>
                        <a:t>个数</a:t>
                      </a:r>
                    </a:p>
                    <a:p>
                      <a:pPr indent="0">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正确性不修正</a:t>
                      </a:r>
                      <a:r>
                        <a:rPr lang="en-US" altLang="zh-CN" sz="900">
                          <a:solidFill>
                            <a:schemeClr val="bg1">
                              <a:lumMod val="50000"/>
                            </a:schemeClr>
                          </a:solidFill>
                          <a:latin typeface="+mn-ea"/>
                          <a:ea typeface="+mn-ea"/>
                          <a:sym typeface="+mn-ea"/>
                        </a:rPr>
                        <a:t>)</a:t>
                      </a:r>
                      <a:endParaRPr lang="zh-CN"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ADB9CA"/>
                    </a:solidFill>
                  </a:tcPr>
                </a:tc>
                <a:tc>
                  <a:txBody>
                    <a:bodyPr/>
                    <a:lstStyle/>
                    <a:p>
                      <a:pPr indent="0">
                        <a:buNone/>
                      </a:pPr>
                      <a:r>
                        <a:rPr lang="en-US" altLang="en-US" sz="900" b="0">
                          <a:solidFill>
                            <a:schemeClr val="tx1"/>
                          </a:solidFill>
                          <a:latin typeface="+mn-ea"/>
                          <a:ea typeface="+mn-ea"/>
                        </a:rPr>
                        <a:t>5</a:t>
                      </a:r>
                    </a:p>
                    <a:p>
                      <a:pPr indent="0">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不修改</a:t>
                      </a:r>
                      <a:endParaRPr lang="en-US" altLang="en-US" sz="900" b="0">
                        <a:solidFill>
                          <a:schemeClr val="tx1"/>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ADB9CA"/>
                    </a:solidFill>
                  </a:tcPr>
                </a:tc>
                <a:extLst>
                  <a:ext uri="{0D108BD9-81ED-4DB2-BD59-A6C34878D82A}">
                    <a16:rowId xmlns:a16="http://schemas.microsoft.com/office/drawing/2014/main" val="10002"/>
                  </a:ext>
                </a:extLst>
              </a:tr>
              <a:tr h="216131">
                <a:tc rowSpan="2">
                  <a:txBody>
                    <a:bodyPr/>
                    <a:lstStyle/>
                    <a:p>
                      <a:pPr indent="0" algn="l">
                        <a:buNone/>
                      </a:pPr>
                      <a:r>
                        <a:rPr lang="zh-CN" altLang="en-US" sz="900" dirty="0">
                          <a:solidFill>
                            <a:srgbClr val="000000"/>
                          </a:solidFill>
                          <a:latin typeface="+mn-ea"/>
                          <a:ea typeface="+mn-ea"/>
                          <a:sym typeface="+mn-ea"/>
                        </a:rPr>
                        <a:t>坐标</a:t>
                      </a:r>
                      <a:r>
                        <a:rPr lang="en-US" sz="900" b="0" dirty="0">
                          <a:solidFill>
                            <a:srgbClr val="000000"/>
                          </a:solidFill>
                          <a:latin typeface="+mn-ea"/>
                          <a:ea typeface="+mn-ea"/>
                        </a:rPr>
                        <a:t>1</a:t>
                      </a:r>
                    </a:p>
                    <a:p>
                      <a:pPr indent="0" algn="l">
                        <a:buNone/>
                      </a:pPr>
                      <a:r>
                        <a:rPr lang="en-US" altLang="zh-CN" sz="900" b="0" dirty="0">
                          <a:solidFill>
                            <a:schemeClr val="bg1">
                              <a:lumMod val="50000"/>
                            </a:schemeClr>
                          </a:solidFill>
                          <a:latin typeface="+mn-ea"/>
                          <a:ea typeface="+mn-ea"/>
                        </a:rPr>
                        <a:t>(</a:t>
                      </a:r>
                      <a:r>
                        <a:rPr lang="zh-CN" altLang="en-US" sz="900" b="0" dirty="0">
                          <a:solidFill>
                            <a:schemeClr val="bg1">
                              <a:lumMod val="50000"/>
                            </a:schemeClr>
                          </a:solidFill>
                          <a:latin typeface="+mn-ea"/>
                          <a:ea typeface="+mn-ea"/>
                        </a:rPr>
                        <a:t>正常数据</a:t>
                      </a:r>
                      <a:r>
                        <a:rPr lang="en-US" altLang="zh-CN" sz="900" b="0" dirty="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b="0" dirty="0">
                          <a:solidFill>
                            <a:srgbClr val="FF0000"/>
                          </a:solidFill>
                          <a:latin typeface="+mn-ea"/>
                          <a:ea typeface="+mn-ea"/>
                        </a:rPr>
                        <a:t>无效坐标</a:t>
                      </a:r>
                      <a:endParaRPr lang="en-US" altLang="en-US" sz="900" b="0" dirty="0">
                        <a:solidFill>
                          <a:srgbClr val="FF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3"/>
                  </a:ext>
                </a:extLst>
              </a:tr>
              <a:tr h="216131">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zh-CN" altLang="en-US" sz="900" b="0" dirty="0">
                          <a:solidFill>
                            <a:srgbClr val="FF0000"/>
                          </a:solidFill>
                          <a:latin typeface="+mn-ea"/>
                          <a:ea typeface="+mn-ea"/>
                        </a:rPr>
                        <a:t>无效坐标</a:t>
                      </a:r>
                      <a:endParaRPr lang="en-US" altLang="en-US" sz="900" b="0" dirty="0">
                        <a:solidFill>
                          <a:srgbClr val="FF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r h="216131">
                <a:tc rowSpan="2">
                  <a:txBody>
                    <a:bodyPr/>
                    <a:lstStyle/>
                    <a:p>
                      <a:pPr indent="0" algn="l">
                        <a:buNone/>
                      </a:pPr>
                      <a:r>
                        <a:rPr lang="zh-CN" altLang="en-US" sz="900">
                          <a:solidFill>
                            <a:srgbClr val="000000"/>
                          </a:solidFill>
                          <a:latin typeface="+mn-ea"/>
                          <a:ea typeface="+mn-ea"/>
                          <a:sym typeface="+mn-ea"/>
                        </a:rPr>
                        <a:t>坐标</a:t>
                      </a:r>
                      <a:r>
                        <a:rPr lang="zh-CN" sz="900" b="0">
                          <a:solidFill>
                            <a:srgbClr val="000000"/>
                          </a:solidFill>
                          <a:latin typeface="+mn-ea"/>
                          <a:ea typeface="+mn-ea"/>
                        </a:rPr>
                        <a:t>2</a:t>
                      </a:r>
                    </a:p>
                    <a:p>
                      <a:pPr indent="0" algn="l">
                        <a:buNone/>
                      </a:pPr>
                      <a:r>
                        <a:rPr lang="en-US" altLang="zh-CN" sz="900" b="0">
                          <a:solidFill>
                            <a:schemeClr val="bg1">
                              <a:lumMod val="50000"/>
                            </a:schemeClr>
                          </a:solidFill>
                          <a:latin typeface="+mn-ea"/>
                          <a:ea typeface="+mn-ea"/>
                        </a:rPr>
                        <a:t>(</a:t>
                      </a:r>
                      <a:r>
                        <a:rPr lang="zh-CN" altLang="en-US" sz="900" b="0">
                          <a:solidFill>
                            <a:schemeClr val="bg1">
                              <a:lumMod val="50000"/>
                            </a:schemeClr>
                          </a:solidFill>
                          <a:latin typeface="+mn-ea"/>
                          <a:ea typeface="+mn-ea"/>
                        </a:rPr>
                        <a:t>非数值</a:t>
                      </a:r>
                      <a:r>
                        <a:rPr lang="en-US" altLang="zh-CN" sz="900" b="0">
                          <a:solidFill>
                            <a:schemeClr val="bg1">
                              <a:lumMod val="50000"/>
                            </a:schemeClr>
                          </a:solidFill>
                          <a:latin typeface="+mn-ea"/>
                          <a:ea typeface="+mn-ea"/>
                        </a:rPr>
                        <a:t>-&gt;</a:t>
                      </a:r>
                      <a:r>
                        <a:rPr lang="zh-CN" altLang="en-US" sz="900" b="0">
                          <a:solidFill>
                            <a:schemeClr val="bg1">
                              <a:lumMod val="50000"/>
                            </a:schemeClr>
                          </a:solidFill>
                          <a:latin typeface="+mn-ea"/>
                          <a:ea typeface="+mn-ea"/>
                        </a:rPr>
                        <a:t>无效化</a:t>
                      </a:r>
                      <a:r>
                        <a:rPr lang="en-US" altLang="zh-CN" sz="900" b="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b="0">
                          <a:solidFill>
                            <a:srgbClr val="FF0000"/>
                          </a:solidFill>
                          <a:latin typeface="+mn-ea"/>
                          <a:ea typeface="+mn-ea"/>
                        </a:rPr>
                        <a:t>无效坐标</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5"/>
                  </a:ext>
                </a:extLst>
              </a:tr>
              <a:tr h="216131">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zh-CN" altLang="en-US" sz="900" dirty="0">
                          <a:solidFill>
                            <a:srgbClr val="FF0000"/>
                          </a:solidFill>
                          <a:latin typeface="+mn-ea"/>
                          <a:ea typeface="+mn-ea"/>
                          <a:sym typeface="+mn-ea"/>
                        </a:rPr>
                        <a:t>无效坐标</a:t>
                      </a:r>
                      <a:endParaRPr lang="en-US" altLang="en-US" sz="900" b="0" dirty="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6"/>
                  </a:ext>
                </a:extLst>
              </a:tr>
              <a:tr h="216131">
                <a:tc rowSpan="2">
                  <a:txBody>
                    <a:bodyPr/>
                    <a:lstStyle/>
                    <a:p>
                      <a:pPr indent="0" algn="l">
                        <a:buNone/>
                      </a:pPr>
                      <a:r>
                        <a:rPr lang="zh-CN" altLang="en-US" sz="900" dirty="0">
                          <a:solidFill>
                            <a:srgbClr val="000000"/>
                          </a:solidFill>
                          <a:latin typeface="+mn-ea"/>
                          <a:ea typeface="+mn-ea"/>
                          <a:sym typeface="+mn-ea"/>
                        </a:rPr>
                        <a:t>坐标</a:t>
                      </a:r>
                      <a:r>
                        <a:rPr lang="zh-CN" sz="900" b="0" dirty="0">
                          <a:solidFill>
                            <a:srgbClr val="000000"/>
                          </a:solidFill>
                          <a:latin typeface="+mn-ea"/>
                          <a:ea typeface="+mn-ea"/>
                        </a:rPr>
                        <a:t>3</a:t>
                      </a:r>
                    </a:p>
                    <a:p>
                      <a:pPr indent="0" algn="l">
                        <a:buNone/>
                      </a:pPr>
                      <a:r>
                        <a:rPr lang="en-US" altLang="zh-CN" sz="900" b="0" dirty="0">
                          <a:solidFill>
                            <a:schemeClr val="bg1">
                              <a:lumMod val="50000"/>
                            </a:schemeClr>
                          </a:solidFill>
                          <a:latin typeface="+mn-ea"/>
                          <a:ea typeface="+mn-ea"/>
                        </a:rPr>
                        <a:t>(</a:t>
                      </a:r>
                      <a:r>
                        <a:rPr lang="zh-CN" altLang="en-US" sz="900" b="0" dirty="0">
                          <a:solidFill>
                            <a:schemeClr val="bg1">
                              <a:lumMod val="50000"/>
                            </a:schemeClr>
                          </a:solidFill>
                          <a:latin typeface="+mn-ea"/>
                          <a:ea typeface="+mn-ea"/>
                        </a:rPr>
                        <a:t>纬度为空</a:t>
                      </a:r>
                      <a:r>
                        <a:rPr lang="en-US" altLang="zh-CN" sz="900" b="0" dirty="0">
                          <a:solidFill>
                            <a:schemeClr val="bg1">
                              <a:lumMod val="50000"/>
                            </a:schemeClr>
                          </a:solidFill>
                          <a:latin typeface="+mn-ea"/>
                          <a:ea typeface="+mn-ea"/>
                        </a:rPr>
                        <a:t>-&gt;</a:t>
                      </a:r>
                      <a:r>
                        <a:rPr lang="zh-CN" altLang="en-US" sz="900" b="0" dirty="0">
                          <a:solidFill>
                            <a:schemeClr val="bg1">
                              <a:lumMod val="50000"/>
                            </a:schemeClr>
                          </a:solidFill>
                          <a:latin typeface="+mn-ea"/>
                          <a:ea typeface="+mn-ea"/>
                        </a:rPr>
                        <a:t>无效化</a:t>
                      </a:r>
                      <a:r>
                        <a:rPr lang="en-US" altLang="zh-CN" sz="900" b="0" dirty="0">
                          <a:solidFill>
                            <a:schemeClr val="bg1">
                              <a:lumMod val="50000"/>
                            </a:schemeClr>
                          </a:solidFill>
                          <a:latin typeface="+mn-ea"/>
                          <a:ea typeface="+mn-ea"/>
                        </a:rPr>
                        <a:t>)</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b="0">
                          <a:solidFill>
                            <a:srgbClr val="FF0000"/>
                          </a:solidFill>
                          <a:latin typeface="+mn-ea"/>
                          <a:ea typeface="+mn-ea"/>
                        </a:rPr>
                        <a:t>无效坐标</a:t>
                      </a: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7"/>
                  </a:ext>
                </a:extLst>
              </a:tr>
              <a:tr h="216131">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8"/>
                  </a:ext>
                </a:extLst>
              </a:tr>
              <a:tr h="216131">
                <a:tc rowSpan="2">
                  <a:txBody>
                    <a:bodyPr/>
                    <a:lstStyle/>
                    <a:p>
                      <a:pPr indent="0" algn="l">
                        <a:buNone/>
                      </a:pPr>
                      <a:r>
                        <a:rPr lang="zh-CN" altLang="en-US" sz="900">
                          <a:solidFill>
                            <a:srgbClr val="000000"/>
                          </a:solidFill>
                          <a:latin typeface="+mn-ea"/>
                          <a:ea typeface="+mn-ea"/>
                          <a:sym typeface="+mn-ea"/>
                        </a:rPr>
                        <a:t>坐标</a:t>
                      </a:r>
                      <a:r>
                        <a:rPr lang="zh-CN" sz="900" b="0">
                          <a:solidFill>
                            <a:srgbClr val="000000"/>
                          </a:solidFill>
                          <a:latin typeface="+mn-ea"/>
                          <a:ea typeface="+mn-ea"/>
                        </a:rPr>
                        <a:t>4</a:t>
                      </a:r>
                    </a:p>
                    <a:p>
                      <a:pPr indent="0" algn="l">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经度度为空</a:t>
                      </a:r>
                      <a:r>
                        <a:rPr lang="en-US" altLang="zh-CN" sz="900">
                          <a:solidFill>
                            <a:schemeClr val="bg1">
                              <a:lumMod val="50000"/>
                            </a:schemeClr>
                          </a:solidFill>
                          <a:latin typeface="+mn-ea"/>
                          <a:ea typeface="+mn-ea"/>
                          <a:sym typeface="+mn-ea"/>
                        </a:rPr>
                        <a:t>-&gt;</a:t>
                      </a:r>
                      <a:r>
                        <a:rPr lang="zh-CN" altLang="en-US" sz="900">
                          <a:solidFill>
                            <a:schemeClr val="bg1">
                              <a:lumMod val="50000"/>
                            </a:schemeClr>
                          </a:solidFill>
                          <a:latin typeface="+mn-ea"/>
                          <a:ea typeface="+mn-ea"/>
                          <a:sym typeface="+mn-ea"/>
                        </a:rPr>
                        <a:t>无效化</a:t>
                      </a:r>
                      <a:r>
                        <a:rPr lang="en-US" altLang="zh-CN" sz="900">
                          <a:solidFill>
                            <a:schemeClr val="bg1">
                              <a:lumMod val="50000"/>
                            </a:schemeClr>
                          </a:solidFill>
                          <a:latin typeface="+mn-ea"/>
                          <a:ea typeface="+mn-ea"/>
                          <a:sym typeface="+mn-ea"/>
                        </a:rPr>
                        <a:t>)</a:t>
                      </a:r>
                      <a:endParaRPr lang="zh-CN" altLang="en-US" sz="900" b="0">
                        <a:solidFill>
                          <a:srgbClr val="000000"/>
                        </a:solidFill>
                        <a:latin typeface="+mn-ea"/>
                        <a:ea typeface="+mn-ea"/>
                      </a:endParaRPr>
                    </a:p>
                    <a:p>
                      <a:pPr indent="0" algn="l">
                        <a:buNone/>
                      </a:pP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9"/>
                  </a:ext>
                </a:extLst>
              </a:tr>
              <a:tr h="24553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cap="flat">
                      <a:noFill/>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0"/>
                  </a:ext>
                </a:extLst>
              </a:tr>
              <a:tr h="216131">
                <a:tc rowSpan="2">
                  <a:txBody>
                    <a:bodyPr/>
                    <a:lstStyle/>
                    <a:p>
                      <a:pPr indent="0" algn="l">
                        <a:buNone/>
                      </a:pPr>
                      <a:r>
                        <a:rPr lang="zh-CN" sz="900" b="0">
                          <a:solidFill>
                            <a:srgbClr val="000000"/>
                          </a:solidFill>
                          <a:latin typeface="+mn-ea"/>
                          <a:ea typeface="+mn-ea"/>
                        </a:rPr>
                        <a:t>坐标</a:t>
                      </a:r>
                      <a:r>
                        <a:rPr lang="en-US" altLang="zh-CN" sz="900" b="0">
                          <a:solidFill>
                            <a:srgbClr val="000000"/>
                          </a:solidFill>
                          <a:latin typeface="+mn-ea"/>
                          <a:ea typeface="+mn-ea"/>
                        </a:rPr>
                        <a:t>5</a:t>
                      </a:r>
                      <a:endParaRPr lang="zh-CN" sz="900" b="0">
                        <a:solidFill>
                          <a:srgbClr val="000000"/>
                        </a:solidFill>
                        <a:latin typeface="+mn-ea"/>
                        <a:ea typeface="+mn-ea"/>
                      </a:endParaRPr>
                    </a:p>
                    <a:p>
                      <a:pPr indent="0" algn="l">
                        <a:buNone/>
                      </a:pPr>
                      <a:r>
                        <a:rPr lang="en-US" altLang="zh-CN" sz="900">
                          <a:solidFill>
                            <a:schemeClr val="bg1">
                              <a:lumMod val="50000"/>
                            </a:schemeClr>
                          </a:solidFill>
                          <a:latin typeface="+mn-ea"/>
                          <a:ea typeface="+mn-ea"/>
                          <a:sym typeface="+mn-ea"/>
                        </a:rPr>
                        <a:t>(</a:t>
                      </a:r>
                      <a:r>
                        <a:rPr lang="zh-CN" altLang="en-US" sz="900">
                          <a:solidFill>
                            <a:schemeClr val="bg1">
                              <a:lumMod val="50000"/>
                            </a:schemeClr>
                          </a:solidFill>
                          <a:latin typeface="+mn-ea"/>
                          <a:ea typeface="+mn-ea"/>
                          <a:sym typeface="+mn-ea"/>
                        </a:rPr>
                        <a:t>非合规坐标</a:t>
                      </a:r>
                      <a:r>
                        <a:rPr lang="en-US" altLang="zh-CN" sz="900">
                          <a:solidFill>
                            <a:schemeClr val="bg1">
                              <a:lumMod val="50000"/>
                            </a:schemeClr>
                          </a:solidFill>
                          <a:latin typeface="+mn-ea"/>
                          <a:ea typeface="+mn-ea"/>
                          <a:sym typeface="+mn-ea"/>
                        </a:rPr>
                        <a:t>-&gt;</a:t>
                      </a:r>
                      <a:r>
                        <a:rPr lang="zh-CN" altLang="en-US" sz="900">
                          <a:solidFill>
                            <a:schemeClr val="bg1">
                              <a:lumMod val="50000"/>
                            </a:schemeClr>
                          </a:solidFill>
                          <a:latin typeface="+mn-ea"/>
                          <a:ea typeface="+mn-ea"/>
                          <a:sym typeface="+mn-ea"/>
                        </a:rPr>
                        <a:t>无效化</a:t>
                      </a:r>
                      <a:r>
                        <a:rPr lang="en-US" altLang="zh-CN" sz="900">
                          <a:solidFill>
                            <a:schemeClr val="bg1">
                              <a:lumMod val="50000"/>
                            </a:schemeClr>
                          </a:solidFill>
                          <a:latin typeface="+mn-ea"/>
                          <a:ea typeface="+mn-ea"/>
                          <a:sym typeface="+mn-ea"/>
                        </a:rPr>
                        <a:t>)</a:t>
                      </a:r>
                      <a:endParaRPr lang="zh-CN" altLang="en-US" sz="900" b="0">
                        <a:solidFill>
                          <a:srgbClr val="000000"/>
                        </a:solidFill>
                        <a:latin typeface="+mn-ea"/>
                        <a:ea typeface="+mn-ea"/>
                      </a:endParaRPr>
                    </a:p>
                    <a:p>
                      <a:pPr indent="0" algn="l">
                        <a:buNone/>
                      </a:pP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solidFill>
                      <a:srgbClr val="FFFF00"/>
                    </a:solidFill>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1"/>
                  </a:ext>
                </a:extLst>
              </a:tr>
              <a:tr h="303144">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solidFill>
                      <a:srgbClr val="FFFF00"/>
                    </a:solidFill>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2"/>
                  </a:ext>
                </a:extLst>
              </a:tr>
              <a:tr h="216131">
                <a:tc rowSpan="2">
                  <a:txBody>
                    <a:bodyPr/>
                    <a:lstStyle/>
                    <a:p>
                      <a:pPr indent="0" algn="l">
                        <a:buNone/>
                      </a:pPr>
                      <a:r>
                        <a:rPr lang="zh-CN" sz="900" b="0" dirty="0">
                          <a:solidFill>
                            <a:srgbClr val="000000"/>
                          </a:solidFill>
                          <a:latin typeface="+mn-ea"/>
                          <a:ea typeface="+mn-ea"/>
                        </a:rPr>
                        <a:t>坐标</a:t>
                      </a:r>
                      <a:r>
                        <a:rPr lang="en-US" altLang="zh-CN" sz="900" b="0" dirty="0">
                          <a:solidFill>
                            <a:srgbClr val="000000"/>
                          </a:solidFill>
                          <a:latin typeface="+mn-ea"/>
                          <a:ea typeface="+mn-ea"/>
                        </a:rPr>
                        <a:t>6</a:t>
                      </a:r>
                      <a:endParaRPr lang="zh-CN" sz="900" b="0" dirty="0">
                        <a:solidFill>
                          <a:srgbClr val="000000"/>
                        </a:solidFill>
                        <a:latin typeface="+mn-ea"/>
                        <a:ea typeface="+mn-ea"/>
                      </a:endParaRPr>
                    </a:p>
                    <a:p>
                      <a:pPr indent="0" algn="l">
                        <a:buNone/>
                      </a:pPr>
                      <a:r>
                        <a:rPr lang="en-US" altLang="zh-CN" sz="900" dirty="0">
                          <a:solidFill>
                            <a:schemeClr val="bg1">
                              <a:lumMod val="50000"/>
                            </a:schemeClr>
                          </a:solidFill>
                          <a:latin typeface="+mn-ea"/>
                          <a:sym typeface="+mn-ea"/>
                        </a:rPr>
                        <a:t>(</a:t>
                      </a:r>
                      <a:r>
                        <a:rPr lang="zh-CN" altLang="en-US" sz="900" dirty="0">
                          <a:solidFill>
                            <a:schemeClr val="bg1">
                              <a:lumMod val="50000"/>
                            </a:schemeClr>
                          </a:solidFill>
                          <a:latin typeface="+mn-ea"/>
                          <a:sym typeface="+mn-ea"/>
                        </a:rPr>
                        <a:t>经纬度任一为无效值</a:t>
                      </a:r>
                      <a:r>
                        <a:rPr lang="en-US" altLang="zh-CN" sz="900" dirty="0">
                          <a:solidFill>
                            <a:schemeClr val="bg1">
                              <a:lumMod val="50000"/>
                            </a:schemeClr>
                          </a:solidFill>
                          <a:latin typeface="+mn-ea"/>
                          <a:sym typeface="+mn-ea"/>
                        </a:rPr>
                        <a:t>-&gt;</a:t>
                      </a:r>
                      <a:r>
                        <a:rPr lang="zh-CN" altLang="en-US" sz="900" dirty="0">
                          <a:solidFill>
                            <a:schemeClr val="bg1">
                              <a:lumMod val="50000"/>
                            </a:schemeClr>
                          </a:solidFill>
                          <a:latin typeface="+mn-ea"/>
                          <a:sym typeface="+mn-ea"/>
                        </a:rPr>
                        <a:t>无效化</a:t>
                      </a:r>
                      <a:r>
                        <a:rPr lang="en-US" altLang="zh-CN" sz="900" dirty="0">
                          <a:solidFill>
                            <a:schemeClr val="bg1">
                              <a:lumMod val="50000"/>
                            </a:schemeClr>
                          </a:solidFill>
                          <a:latin typeface="+mn-ea"/>
                          <a:sym typeface="+mn-ea"/>
                        </a:rPr>
                        <a:t>)</a:t>
                      </a:r>
                      <a:endParaRPr lang="en-US" altLang="en-US" sz="900" b="0" dirty="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solidFill>
                      <a:srgbClr val="FFFF00"/>
                    </a:solidFill>
                  </a:tcPr>
                </a:tc>
                <a:tc>
                  <a:txBody>
                    <a:bodyPr/>
                    <a:lstStyle/>
                    <a:p>
                      <a:pPr indent="0">
                        <a:buNone/>
                      </a:pPr>
                      <a:r>
                        <a:rPr lang="zh-CN" altLang="en-US" sz="900">
                          <a:solidFill>
                            <a:srgbClr val="FF0000"/>
                          </a:solidFill>
                          <a:latin typeface="+mn-ea"/>
                          <a:ea typeface="+mn-ea"/>
                          <a:sym typeface="+mn-ea"/>
                        </a:rPr>
                        <a:t>无效坐标</a:t>
                      </a:r>
                      <a:endParaRPr lang="en-US" altLang="en-US" sz="900" b="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3"/>
                  </a:ext>
                </a:extLst>
              </a:tr>
              <a:tr h="216131">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solidFill>
                      <a:srgbClr val="FFFF00"/>
                    </a:solidFill>
                  </a:tcPr>
                </a:tc>
                <a:tc>
                  <a:txBody>
                    <a:bodyPr/>
                    <a:lstStyle/>
                    <a:p>
                      <a:pPr indent="0">
                        <a:buNone/>
                      </a:pPr>
                      <a:r>
                        <a:rPr lang="zh-CN" altLang="en-US" sz="900" dirty="0">
                          <a:solidFill>
                            <a:srgbClr val="FF0000"/>
                          </a:solidFill>
                          <a:latin typeface="+mn-ea"/>
                          <a:ea typeface="+mn-ea"/>
                          <a:sym typeface="+mn-ea"/>
                        </a:rPr>
                        <a:t>无效坐标</a:t>
                      </a:r>
                      <a:endParaRPr lang="en-US" altLang="en-US" sz="900" b="0" dirty="0">
                        <a:solidFill>
                          <a:srgbClr val="000000"/>
                        </a:solidFill>
                        <a:latin typeface="+mn-ea"/>
                        <a:ea typeface="+mn-ea"/>
                      </a:endParaRPr>
                    </a:p>
                  </a:txBody>
                  <a:tcPr marL="12700" marR="12700" marT="12700" anchor="ct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lgn="ctr">
                      <a:solidFill>
                        <a:srgbClr val="FFFFFF"/>
                      </a:solidFill>
                      <a:prstDash val="solid"/>
                      <a:roun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4"/>
          <p:cNvSpPr txBox="1"/>
          <p:nvPr/>
        </p:nvSpPr>
        <p:spPr>
          <a:xfrm>
            <a:off x="233504" y="399294"/>
            <a:ext cx="4302781" cy="461665"/>
          </a:xfrm>
          <a:prstGeom prst="rect">
            <a:avLst/>
          </a:prstGeom>
          <a:noFill/>
        </p:spPr>
        <p:txBody>
          <a:bodyPr wrap="none" rtlCol="0">
            <a:spAutoFit/>
          </a:bodyPr>
          <a:lstStyle/>
          <a:p>
            <a:r>
              <a:rPr kumimoji="1" lang="en-US" altLang="zh-CN" sz="2400" dirty="0"/>
              <a:t>4. </a:t>
            </a:r>
            <a:r>
              <a:rPr lang="en-US" altLang="zh-CN" sz="2400" dirty="0">
                <a:latin typeface="+mn-ea"/>
              </a:rPr>
              <a:t>19MC</a:t>
            </a:r>
            <a:r>
              <a:rPr lang="zh-CN" altLang="en-US" sz="2400" dirty="0">
                <a:latin typeface="+mn-ea"/>
              </a:rPr>
              <a:t>改</a:t>
            </a:r>
            <a:r>
              <a:rPr lang="en-US" altLang="zh-CN" sz="2400" dirty="0">
                <a:latin typeface="+mn-ea"/>
              </a:rPr>
              <a:t>-</a:t>
            </a:r>
            <a:r>
              <a:rPr lang="zh-CN" altLang="en-US" sz="2400" dirty="0">
                <a:latin typeface="+mn-ea"/>
              </a:rPr>
              <a:t>紧急通报处理流程</a:t>
            </a:r>
            <a:endParaRPr kumimoji="1" lang="zh-CN" altLang="en-US" sz="2400" dirty="0"/>
          </a:p>
        </p:txBody>
      </p:sp>
      <p:graphicFrame>
        <p:nvGraphicFramePr>
          <p:cNvPr id="62" name="表格 61">
            <a:extLst>
              <a:ext uri="{FF2B5EF4-FFF2-40B4-BE49-F238E27FC236}">
                <a16:creationId xmlns:a16="http://schemas.microsoft.com/office/drawing/2014/main" id="{473B62F4-3A0E-489E-B4C9-A31B9763FD87}"/>
              </a:ext>
            </a:extLst>
          </p:cNvPr>
          <p:cNvGraphicFramePr>
            <a:graphicFrameLocks noGrp="1"/>
          </p:cNvGraphicFramePr>
          <p:nvPr>
            <p:extLst>
              <p:ext uri="{D42A27DB-BD31-4B8C-83A1-F6EECF244321}">
                <p14:modId xmlns:p14="http://schemas.microsoft.com/office/powerpoint/2010/main" val="1175976837"/>
              </p:ext>
            </p:extLst>
          </p:nvPr>
        </p:nvGraphicFramePr>
        <p:xfrm>
          <a:off x="5700910" y="1606712"/>
          <a:ext cx="2178628" cy="1046332"/>
        </p:xfrm>
        <a:graphic>
          <a:graphicData uri="http://schemas.openxmlformats.org/drawingml/2006/table">
            <a:tbl>
              <a:tblPr>
                <a:tableStyleId>{5C22544A-7EE6-4342-B048-85BDC9FD1C3A}</a:tableStyleId>
              </a:tblPr>
              <a:tblGrid>
                <a:gridCol w="420783">
                  <a:extLst>
                    <a:ext uri="{9D8B030D-6E8A-4147-A177-3AD203B41FA5}">
                      <a16:colId xmlns:a16="http://schemas.microsoft.com/office/drawing/2014/main" val="20000"/>
                    </a:ext>
                  </a:extLst>
                </a:gridCol>
                <a:gridCol w="791210">
                  <a:extLst>
                    <a:ext uri="{9D8B030D-6E8A-4147-A177-3AD203B41FA5}">
                      <a16:colId xmlns:a16="http://schemas.microsoft.com/office/drawing/2014/main" val="20001"/>
                    </a:ext>
                  </a:extLst>
                </a:gridCol>
                <a:gridCol w="966635">
                  <a:extLst>
                    <a:ext uri="{9D8B030D-6E8A-4147-A177-3AD203B41FA5}">
                      <a16:colId xmlns:a16="http://schemas.microsoft.com/office/drawing/2014/main" val="20002"/>
                    </a:ext>
                  </a:extLst>
                </a:gridCol>
              </a:tblGrid>
              <a:tr h="242726">
                <a:tc gridSpan="3">
                  <a:txBody>
                    <a:bodyPr/>
                    <a:lstStyle/>
                    <a:p>
                      <a:pPr indent="0">
                        <a:buNone/>
                      </a:pPr>
                      <a:r>
                        <a:rPr lang="en-US" altLang="zh-CN" sz="1100" u="none" strike="noStrike" dirty="0">
                          <a:effectLst/>
                        </a:rPr>
                        <a:t>【</a:t>
                      </a:r>
                      <a:r>
                        <a:rPr lang="zh-CN" altLang="en-US" sz="1100" u="none" strike="noStrike" dirty="0">
                          <a:effectLst/>
                        </a:rPr>
                        <a:t>测地系信息</a:t>
                      </a:r>
                      <a:r>
                        <a:rPr lang="en-US" altLang="zh-CN" sz="1100" u="none" strike="noStrike" dirty="0">
                          <a:effectLst/>
                        </a:rPr>
                        <a:t>】</a:t>
                      </a:r>
                      <a:r>
                        <a:rPr lang="zh-CN" altLang="en-US" sz="1100" u="none" strike="noStrike" dirty="0">
                          <a:effectLst/>
                        </a:rPr>
                        <a:t>抽出</a:t>
                      </a:r>
                      <a:r>
                        <a:rPr lang="en-US" altLang="zh-CN" sz="1100" u="none" strike="noStrike" dirty="0">
                          <a:effectLst/>
                        </a:rPr>
                        <a:t> </a:t>
                      </a:r>
                    </a:p>
                    <a:p>
                      <a:pPr indent="0">
                        <a:buNone/>
                      </a:pPr>
                      <a:r>
                        <a:rPr lang="en-US" sz="1000">
                          <a:solidFill>
                            <a:srgbClr val="000000"/>
                          </a:solidFill>
                          <a:latin typeface="宋体" panose="02010600030101010101" pitchFamily="2" charset="-122"/>
                          <a:sym typeface="+mn-ea"/>
                        </a:rPr>
                        <a:t> </a:t>
                      </a:r>
                      <a:r>
                        <a:rPr lang="en-US" sz="1000">
                          <a:solidFill>
                            <a:schemeClr val="bg1">
                              <a:lumMod val="50000"/>
                            </a:schemeClr>
                          </a:solidFill>
                          <a:latin typeface="宋体" panose="02010600030101010101" pitchFamily="2" charset="-122"/>
                          <a:sym typeface="+mn-ea"/>
                        </a:rPr>
                        <a:t>01</a:t>
                      </a:r>
                      <a:r>
                        <a:rPr lang="zh-CN" altLang="en-US" sz="1000">
                          <a:solidFill>
                            <a:schemeClr val="bg1">
                              <a:lumMod val="50000"/>
                            </a:schemeClr>
                          </a:solidFill>
                          <a:latin typeface="宋体" panose="02010600030101010101" pitchFamily="2" charset="-122"/>
                          <a:sym typeface="+mn-ea"/>
                        </a:rPr>
                        <a:t>、</a:t>
                      </a:r>
                      <a:r>
                        <a:rPr lang="en-US" sz="1000">
                          <a:solidFill>
                            <a:schemeClr val="bg1">
                              <a:lumMod val="50000"/>
                            </a:schemeClr>
                          </a:solidFill>
                          <a:latin typeface="宋体" panose="02010600030101010101" pitchFamily="2" charset="-122"/>
                          <a:sym typeface="+mn-ea"/>
                        </a:rPr>
                        <a:t>11</a:t>
                      </a:r>
                      <a:r>
                        <a:rPr lang="zh-CN" altLang="en-US" sz="1000">
                          <a:solidFill>
                            <a:schemeClr val="bg1">
                              <a:lumMod val="50000"/>
                            </a:schemeClr>
                          </a:solidFill>
                          <a:latin typeface="宋体" panose="02010600030101010101" pitchFamily="2" charset="-122"/>
                          <a:sym typeface="+mn-ea"/>
                        </a:rPr>
                        <a:t>、</a:t>
                      </a:r>
                      <a:r>
                        <a:rPr lang="en-US" sz="1000">
                          <a:solidFill>
                            <a:schemeClr val="bg1">
                              <a:lumMod val="50000"/>
                            </a:schemeClr>
                          </a:solidFill>
                          <a:latin typeface="宋体" panose="02010600030101010101" pitchFamily="2" charset="-122"/>
                          <a:sym typeface="+mn-ea"/>
                        </a:rPr>
                        <a:t>02</a:t>
                      </a:r>
                      <a:r>
                        <a:rPr lang="zh-CN" altLang="en-US" sz="1000">
                          <a:solidFill>
                            <a:schemeClr val="bg1">
                              <a:lumMod val="50000"/>
                            </a:schemeClr>
                          </a:solidFill>
                          <a:latin typeface="宋体" panose="02010600030101010101" pitchFamily="2" charset="-122"/>
                          <a:sym typeface="+mn-ea"/>
                        </a:rPr>
                        <a:t>、</a:t>
                      </a:r>
                      <a:r>
                        <a:rPr lang="en-US" sz="1000">
                          <a:solidFill>
                            <a:schemeClr val="bg1">
                              <a:lumMod val="50000"/>
                            </a:schemeClr>
                          </a:solidFill>
                          <a:latin typeface="宋体" panose="02010600030101010101" pitchFamily="2" charset="-122"/>
                          <a:sym typeface="+mn-ea"/>
                        </a:rPr>
                        <a:t>12</a:t>
                      </a:r>
                      <a:r>
                        <a:rPr lang="zh-CN" altLang="en-US" sz="1000">
                          <a:solidFill>
                            <a:schemeClr val="bg1">
                              <a:lumMod val="50000"/>
                            </a:schemeClr>
                          </a:solidFill>
                          <a:latin typeface="宋体" panose="02010600030101010101" pitchFamily="2" charset="-122"/>
                          <a:sym typeface="+mn-ea"/>
                        </a:rPr>
                        <a:t>以外时不抽出</a:t>
                      </a:r>
                      <a:r>
                        <a:rPr lang="en-US" altLang="zh-CN" sz="1100" b="1" dirty="0">
                          <a:latin typeface="+mj-lt"/>
                          <a:sym typeface="+mn-ea"/>
                        </a:rPr>
                        <a:t>*1</a:t>
                      </a:r>
                      <a:endParaRPr lang="zh-CN" altLang="en-US" sz="1100" b="1" i="0" u="none" strike="noStrike" dirty="0">
                        <a:solidFill>
                          <a:srgbClr val="000000"/>
                        </a:solidFill>
                        <a:effectLst/>
                        <a:latin typeface="+mj-lt"/>
                        <a:ea typeface="等线" panose="02010600030101010101" pitchFamily="2" charset="-122"/>
                        <a:sym typeface="+mn-ea"/>
                      </a:endParaRPr>
                    </a:p>
                  </a:txBody>
                  <a:tcPr marL="7620" marR="7620" marT="762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00512">
                <a:tc>
                  <a:txBody>
                    <a:bodyPr/>
                    <a:lstStyle/>
                    <a:p>
                      <a:pPr algn="ctr" fontAlgn="ctr"/>
                      <a:r>
                        <a:rPr lang="en-US" sz="800" u="none" strike="noStrike" dirty="0">
                          <a:effectLst/>
                        </a:rPr>
                        <a:t>No.</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ja-JP" altLang="en-US" sz="800" u="none" strike="noStrike" dirty="0">
                          <a:effectLst/>
                        </a:rPr>
                        <a:t>项目名</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zh-CN" altLang="en-US" sz="800" u="none" strike="noStrike" dirty="0">
                          <a:effectLst/>
                        </a:rPr>
                        <a:t>举例</a:t>
                      </a:r>
                      <a:r>
                        <a:rPr lang="ja-JP" altLang="en-US" sz="800" u="none" strike="noStrike" dirty="0">
                          <a:effectLst/>
                        </a:rPr>
                        <a:t>值</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extLst>
                  <a:ext uri="{0D108BD9-81ED-4DB2-BD59-A6C34878D82A}">
                    <a16:rowId xmlns:a16="http://schemas.microsoft.com/office/drawing/2014/main" val="10001"/>
                  </a:ext>
                </a:extLst>
              </a:tr>
              <a:tr h="200512">
                <a:tc>
                  <a:txBody>
                    <a:bodyPr/>
                    <a:lstStyle/>
                    <a:p>
                      <a:pPr algn="ctr" fontAlgn="ctr"/>
                      <a:r>
                        <a:rPr lang="en-US" sz="800" u="none" strike="noStrike" dirty="0">
                          <a:effectLst/>
                        </a:rPr>
                        <a:t>1</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2">
                        <a:lumMod val="40000"/>
                        <a:lumOff val="60000"/>
                      </a:schemeClr>
                    </a:solidFill>
                  </a:tcPr>
                </a:tc>
                <a:tc>
                  <a:txBody>
                    <a:bodyPr/>
                    <a:lstStyle/>
                    <a:p>
                      <a:pPr algn="just" fontAlgn="ctr"/>
                      <a:r>
                        <a:rPr lang="zh-CN" altLang="en-US" sz="800" dirty="0">
                          <a:effectLst/>
                          <a:sym typeface="+mn-ea"/>
                        </a:rPr>
                        <a:t>坐标情报测地系</a:t>
                      </a:r>
                    </a:p>
                    <a:p>
                      <a:pPr algn="just" fontAlgn="ctr"/>
                      <a:r>
                        <a:rPr lang="zh-CN" altLang="en-US" sz="800" b="0" i="0" u="none" strike="noStrike" dirty="0">
                          <a:solidFill>
                            <a:srgbClr val="000000"/>
                          </a:solidFill>
                          <a:effectLst/>
                          <a:latin typeface="微软雅黑" panose="020B0503020204020204" charset="-122"/>
                          <a:ea typeface="微软雅黑" panose="020B0503020204020204" charset="-122"/>
                        </a:rPr>
                        <a:t>（第</a:t>
                      </a:r>
                      <a:r>
                        <a:rPr lang="en-US" altLang="zh-CN" sz="800" b="0" i="0" u="none" strike="noStrike" dirty="0">
                          <a:solidFill>
                            <a:srgbClr val="000000"/>
                          </a:solidFill>
                          <a:effectLst/>
                          <a:latin typeface="微软雅黑" panose="020B0503020204020204" charset="-122"/>
                          <a:ea typeface="微软雅黑" panose="020B0503020204020204" charset="-122"/>
                        </a:rPr>
                        <a:t>1</a:t>
                      </a:r>
                      <a:r>
                        <a:rPr lang="zh-CN" altLang="en-US" sz="800" b="0" i="0" u="none" strike="noStrike" dirty="0">
                          <a:solidFill>
                            <a:srgbClr val="000000"/>
                          </a:solidFill>
                          <a:effectLst/>
                          <a:latin typeface="微软雅黑" panose="020B0503020204020204" charset="-122"/>
                          <a:ea typeface="微软雅黑" panose="020B0503020204020204" charset="-122"/>
                        </a:rPr>
                        <a:t>位）</a:t>
                      </a:r>
                    </a:p>
                  </a:txBody>
                  <a:tcPr marL="7620" marR="7620" marT="7620" marB="0" anchor="ctr">
                    <a:solidFill>
                      <a:schemeClr val="accent2">
                        <a:lumMod val="40000"/>
                        <a:lumOff val="60000"/>
                      </a:schemeClr>
                    </a:solidFill>
                  </a:tcPr>
                </a:tc>
                <a:tc>
                  <a:txBody>
                    <a:bodyPr/>
                    <a:lstStyle/>
                    <a:p>
                      <a:pPr algn="just" fontAlgn="ctr"/>
                      <a:r>
                        <a:rPr lang="en-US" sz="800" u="none" strike="noStrike" dirty="0">
                          <a:effectLst/>
                        </a:rPr>
                        <a:t>0：02中国测地系</a:t>
                      </a:r>
                    </a:p>
                    <a:p>
                      <a:pPr algn="just" fontAlgn="ctr"/>
                      <a:r>
                        <a:rPr lang="en-US" sz="800" u="none" strike="noStrike" dirty="0">
                          <a:effectLst/>
                        </a:rPr>
                        <a:t>1：84</a:t>
                      </a:r>
                      <a:r>
                        <a:rPr lang="zh-CN" altLang="en-US" sz="800" u="none" strike="noStrike" dirty="0">
                          <a:effectLst/>
                        </a:rPr>
                        <a:t>世界</a:t>
                      </a:r>
                      <a:r>
                        <a:rPr lang="en-US" sz="800" u="none" strike="noStrike" dirty="0">
                          <a:effectLst/>
                        </a:rPr>
                        <a:t>测地系</a:t>
                      </a:r>
                    </a:p>
                  </a:txBody>
                  <a:tcPr marL="7620" marR="7620" marT="7620" marB="0" anchor="ctr">
                    <a:solidFill>
                      <a:schemeClr val="accent2">
                        <a:lumMod val="40000"/>
                        <a:lumOff val="60000"/>
                      </a:schemeClr>
                    </a:solidFill>
                  </a:tcPr>
                </a:tc>
                <a:extLst>
                  <a:ext uri="{0D108BD9-81ED-4DB2-BD59-A6C34878D82A}">
                    <a16:rowId xmlns:a16="http://schemas.microsoft.com/office/drawing/2014/main" val="10002"/>
                  </a:ext>
                </a:extLst>
              </a:tr>
              <a:tr h="251460">
                <a:tc>
                  <a:txBody>
                    <a:bodyPr/>
                    <a:lstStyle/>
                    <a:p>
                      <a:pPr algn="ctr" fontAlgn="ctr"/>
                      <a:r>
                        <a:rPr lang="en-US" sz="800" u="none" strike="noStrike" dirty="0">
                          <a:effectLst/>
                        </a:rPr>
                        <a:t>2</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2">
                        <a:lumMod val="40000"/>
                        <a:lumOff val="60000"/>
                      </a:schemeClr>
                    </a:solidFill>
                  </a:tcPr>
                </a:tc>
                <a:tc>
                  <a:txBody>
                    <a:bodyPr/>
                    <a:lstStyle/>
                    <a:p>
                      <a:pPr algn="just" fontAlgn="ctr"/>
                      <a:r>
                        <a:rPr lang="zh-CN" altLang="en-US" sz="800" dirty="0">
                          <a:solidFill>
                            <a:srgbClr val="000000"/>
                          </a:solidFill>
                          <a:effectLst/>
                          <a:latin typeface="微软雅黑" panose="020B0503020204020204" charset="-122"/>
                          <a:ea typeface="微软雅黑" panose="020B0503020204020204" charset="-122"/>
                          <a:sym typeface="+mn-ea"/>
                        </a:rPr>
                        <a:t>经纬度单位</a:t>
                      </a:r>
                    </a:p>
                    <a:p>
                      <a:pPr algn="just" fontAlgn="ctr"/>
                      <a:r>
                        <a:rPr lang="zh-CN" altLang="en-US" sz="800" dirty="0">
                          <a:solidFill>
                            <a:srgbClr val="000000"/>
                          </a:solidFill>
                          <a:effectLst/>
                          <a:latin typeface="微软雅黑" panose="020B0503020204020204" charset="-122"/>
                          <a:ea typeface="微软雅黑" panose="020B0503020204020204" charset="-122"/>
                          <a:sym typeface="+mn-ea"/>
                        </a:rPr>
                        <a:t>（第</a:t>
                      </a:r>
                      <a:r>
                        <a:rPr lang="en-US" altLang="zh-CN" sz="800" dirty="0">
                          <a:solidFill>
                            <a:srgbClr val="000000"/>
                          </a:solidFill>
                          <a:effectLst/>
                          <a:latin typeface="微软雅黑" panose="020B0503020204020204" charset="-122"/>
                          <a:ea typeface="微软雅黑" panose="020B0503020204020204" charset="-122"/>
                          <a:sym typeface="+mn-ea"/>
                        </a:rPr>
                        <a:t>2</a:t>
                      </a:r>
                      <a:r>
                        <a:rPr lang="zh-CN" altLang="en-US" sz="800" dirty="0">
                          <a:solidFill>
                            <a:srgbClr val="000000"/>
                          </a:solidFill>
                          <a:effectLst/>
                          <a:latin typeface="微软雅黑" panose="020B0503020204020204" charset="-122"/>
                          <a:ea typeface="微软雅黑" panose="020B0503020204020204" charset="-122"/>
                          <a:sym typeface="+mn-ea"/>
                        </a:rPr>
                        <a:t>位）</a:t>
                      </a:r>
                      <a:endParaRPr lang="zh-CN"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2">
                        <a:lumMod val="40000"/>
                        <a:lumOff val="60000"/>
                      </a:schemeClr>
                    </a:solidFill>
                  </a:tcPr>
                </a:tc>
                <a:tc>
                  <a:txBody>
                    <a:bodyPr/>
                    <a:lstStyle/>
                    <a:p>
                      <a:pPr algn="just" fontAlgn="ctr"/>
                      <a:r>
                        <a:rPr lang="en-US" altLang="zh-CN" sz="800">
                          <a:ea typeface="微软雅黑" panose="020B0503020204020204" charset="-122"/>
                          <a:sym typeface="+mn-ea"/>
                        </a:rPr>
                        <a:t>1：度单位（16进制）</a:t>
                      </a:r>
                    </a:p>
                    <a:p>
                      <a:pPr algn="just" fontAlgn="ctr"/>
                      <a:r>
                        <a:rPr lang="en-US" altLang="zh-CN" sz="800">
                          <a:ea typeface="微软雅黑" panose="020B0503020204020204" charset="-122"/>
                          <a:sym typeface="+mn-ea"/>
                        </a:rPr>
                        <a:t>2：度单位（10进制）</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2">
                        <a:lumMod val="40000"/>
                        <a:lumOff val="60000"/>
                      </a:schemeClr>
                    </a:solidFill>
                  </a:tcPr>
                </a:tc>
                <a:extLst>
                  <a:ext uri="{0D108BD9-81ED-4DB2-BD59-A6C34878D82A}">
                    <a16:rowId xmlns:a16="http://schemas.microsoft.com/office/drawing/2014/main" val="10003"/>
                  </a:ext>
                </a:extLst>
              </a:tr>
            </a:tbl>
          </a:graphicData>
        </a:graphic>
      </p:graphicFrame>
      <p:sp>
        <p:nvSpPr>
          <p:cNvPr id="66" name="矩形 65">
            <a:extLst>
              <a:ext uri="{FF2B5EF4-FFF2-40B4-BE49-F238E27FC236}">
                <a16:creationId xmlns:a16="http://schemas.microsoft.com/office/drawing/2014/main" id="{CA9D22DE-6C8C-41E9-9430-15077AA30E6A}"/>
              </a:ext>
            </a:extLst>
          </p:cNvPr>
          <p:cNvSpPr/>
          <p:nvPr/>
        </p:nvSpPr>
        <p:spPr>
          <a:xfrm>
            <a:off x="8569180" y="4376168"/>
            <a:ext cx="661656" cy="437958"/>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无效化处理</a:t>
            </a:r>
          </a:p>
        </p:txBody>
      </p:sp>
      <p:sp>
        <p:nvSpPr>
          <p:cNvPr id="67" name="矩形 66">
            <a:extLst>
              <a:ext uri="{FF2B5EF4-FFF2-40B4-BE49-F238E27FC236}">
                <a16:creationId xmlns:a16="http://schemas.microsoft.com/office/drawing/2014/main" id="{7B638230-952A-4B98-9224-45CAAE8DD98D}"/>
              </a:ext>
            </a:extLst>
          </p:cNvPr>
          <p:cNvSpPr/>
          <p:nvPr/>
        </p:nvSpPr>
        <p:spPr>
          <a:xfrm>
            <a:off x="2570309" y="2525872"/>
            <a:ext cx="699669" cy="432197"/>
          </a:xfrm>
          <a:prstGeom prst="rect">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solidFill>
                  <a:schemeClr val="tx1"/>
                </a:solidFill>
                <a:latin typeface="+mj-lt"/>
              </a:rPr>
              <a:t>D</a:t>
            </a:r>
          </a:p>
          <a:p>
            <a:pPr algn="ctr"/>
            <a:r>
              <a:rPr lang="en-US" altLang="zh-CN" sz="800" dirty="0">
                <a:solidFill>
                  <a:schemeClr val="tx1"/>
                </a:solidFill>
                <a:latin typeface="+mj-lt"/>
              </a:rPr>
              <a:t>Pattern</a:t>
            </a:r>
            <a:endParaRPr lang="zh-CN" altLang="en-US" sz="800" dirty="0">
              <a:solidFill>
                <a:schemeClr val="tx1"/>
              </a:solidFill>
              <a:latin typeface="+mj-lt"/>
            </a:endParaRPr>
          </a:p>
        </p:txBody>
      </p:sp>
      <p:sp>
        <p:nvSpPr>
          <p:cNvPr id="68" name="矩形 67">
            <a:extLst>
              <a:ext uri="{FF2B5EF4-FFF2-40B4-BE49-F238E27FC236}">
                <a16:creationId xmlns:a16="http://schemas.microsoft.com/office/drawing/2014/main" id="{53FDA4F4-FF30-4CF5-BEE2-DBFAFCD0CD49}"/>
              </a:ext>
            </a:extLst>
          </p:cNvPr>
          <p:cNvSpPr/>
          <p:nvPr/>
        </p:nvSpPr>
        <p:spPr>
          <a:xfrm>
            <a:off x="2497289" y="1273429"/>
            <a:ext cx="874617" cy="27559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环境变量</a:t>
            </a:r>
          </a:p>
        </p:txBody>
      </p:sp>
      <p:sp>
        <p:nvSpPr>
          <p:cNvPr id="76" name="矩形 75">
            <a:extLst>
              <a:ext uri="{FF2B5EF4-FFF2-40B4-BE49-F238E27FC236}">
                <a16:creationId xmlns:a16="http://schemas.microsoft.com/office/drawing/2014/main" id="{93377191-763F-49AE-8879-66E4555901F5}"/>
              </a:ext>
            </a:extLst>
          </p:cNvPr>
          <p:cNvSpPr/>
          <p:nvPr/>
        </p:nvSpPr>
        <p:spPr>
          <a:xfrm>
            <a:off x="9848532" y="1645838"/>
            <a:ext cx="1059180" cy="27114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坐标替换</a:t>
            </a:r>
          </a:p>
        </p:txBody>
      </p:sp>
      <p:sp>
        <p:nvSpPr>
          <p:cNvPr id="77" name="矩形 76">
            <a:extLst>
              <a:ext uri="{FF2B5EF4-FFF2-40B4-BE49-F238E27FC236}">
                <a16:creationId xmlns:a16="http://schemas.microsoft.com/office/drawing/2014/main" id="{D824209A-B136-47F6-B822-3E7138631016}"/>
              </a:ext>
            </a:extLst>
          </p:cNvPr>
          <p:cNvSpPr/>
          <p:nvPr/>
        </p:nvSpPr>
        <p:spPr>
          <a:xfrm>
            <a:off x="11199887" y="1032070"/>
            <a:ext cx="722251" cy="279853"/>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送信</a:t>
            </a:r>
          </a:p>
        </p:txBody>
      </p:sp>
      <p:sp>
        <p:nvSpPr>
          <p:cNvPr id="78" name="矩形 77">
            <a:extLst>
              <a:ext uri="{FF2B5EF4-FFF2-40B4-BE49-F238E27FC236}">
                <a16:creationId xmlns:a16="http://schemas.microsoft.com/office/drawing/2014/main" id="{BF8A6582-FB41-45B6-85D1-F8B64DC91CB5}"/>
              </a:ext>
            </a:extLst>
          </p:cNvPr>
          <p:cNvSpPr/>
          <p:nvPr/>
        </p:nvSpPr>
        <p:spPr>
          <a:xfrm>
            <a:off x="9866630" y="2089585"/>
            <a:ext cx="1005840" cy="525145"/>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800" dirty="0">
                <a:solidFill>
                  <a:schemeClr val="tx1"/>
                </a:solidFill>
                <a:latin typeface="+mj-lt"/>
              </a:rPr>
              <a:t>测地系替换为</a:t>
            </a:r>
            <a:r>
              <a:rPr lang="en-US" altLang="zh-CN" sz="800" dirty="0">
                <a:solidFill>
                  <a:schemeClr val="tx1"/>
                </a:solidFill>
                <a:latin typeface="+mj-lt"/>
              </a:rPr>
              <a:t>02</a:t>
            </a:r>
            <a:r>
              <a:rPr lang="zh-CN" altLang="en-US" sz="800" dirty="0">
                <a:solidFill>
                  <a:schemeClr val="tx1"/>
                </a:solidFill>
                <a:latin typeface="+mj-lt"/>
              </a:rPr>
              <a:t>中国测地系</a:t>
            </a:r>
            <a:r>
              <a:rPr lang="en-US" altLang="zh-CN" sz="800" dirty="0">
                <a:solidFill>
                  <a:schemeClr val="tx1"/>
                </a:solidFill>
              </a:rPr>
              <a:t> </a:t>
            </a:r>
            <a:r>
              <a:rPr lang="en-US" altLang="zh-CN" sz="800" b="1" dirty="0">
                <a:solidFill>
                  <a:schemeClr val="tx1"/>
                </a:solidFill>
              </a:rPr>
              <a:t>*2</a:t>
            </a:r>
            <a:r>
              <a:rPr lang="en-US" altLang="zh-CN" sz="800" dirty="0">
                <a:solidFill>
                  <a:schemeClr val="tx1"/>
                </a:solidFill>
              </a:rPr>
              <a:t> </a:t>
            </a:r>
            <a:endParaRPr lang="zh-CN" altLang="en-US" sz="800" dirty="0">
              <a:solidFill>
                <a:schemeClr val="tx1"/>
              </a:solidFill>
              <a:latin typeface="+mj-lt"/>
            </a:endParaRPr>
          </a:p>
          <a:p>
            <a:r>
              <a:rPr lang="en-US" altLang="zh-CN" sz="800" dirty="0">
                <a:solidFill>
                  <a:schemeClr val="tx1"/>
                </a:solidFill>
                <a:latin typeface="+mj-lt"/>
              </a:rPr>
              <a:t>11 -&gt; 01</a:t>
            </a:r>
          </a:p>
          <a:p>
            <a:r>
              <a:rPr lang="en-US" altLang="zh-CN" sz="800" dirty="0">
                <a:solidFill>
                  <a:schemeClr val="tx1"/>
                </a:solidFill>
                <a:latin typeface="+mj-lt"/>
              </a:rPr>
              <a:t> 12 -&gt; 02</a:t>
            </a:r>
          </a:p>
        </p:txBody>
      </p:sp>
      <p:sp>
        <p:nvSpPr>
          <p:cNvPr id="80" name="矩形 79">
            <a:extLst>
              <a:ext uri="{FF2B5EF4-FFF2-40B4-BE49-F238E27FC236}">
                <a16:creationId xmlns:a16="http://schemas.microsoft.com/office/drawing/2014/main" id="{CD63EF34-67DC-4358-BFC5-11E47F0C1E02}"/>
              </a:ext>
            </a:extLst>
          </p:cNvPr>
          <p:cNvSpPr/>
          <p:nvPr/>
        </p:nvSpPr>
        <p:spPr>
          <a:xfrm>
            <a:off x="11211733" y="2452648"/>
            <a:ext cx="701964" cy="765747"/>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a:solidFill>
                  <a:schemeClr val="tx1"/>
                </a:solidFill>
                <a:latin typeface="+mj-lt"/>
              </a:rPr>
              <a:t> </a:t>
            </a:r>
            <a:r>
              <a:rPr lang="en-US" altLang="zh-CN" sz="1100">
                <a:solidFill>
                  <a:schemeClr val="tx1"/>
                </a:solidFill>
                <a:latin typeface="+mj-lt"/>
              </a:rPr>
              <a:t>ECDP</a:t>
            </a:r>
            <a:endParaRPr lang="zh-CN" altLang="en-US" sz="1100" dirty="0">
              <a:solidFill>
                <a:schemeClr val="tx1"/>
              </a:solidFill>
              <a:latin typeface="+mj-lt"/>
            </a:endParaRPr>
          </a:p>
        </p:txBody>
      </p:sp>
      <p:sp>
        <p:nvSpPr>
          <p:cNvPr id="81" name="矩形 80">
            <a:extLst>
              <a:ext uri="{FF2B5EF4-FFF2-40B4-BE49-F238E27FC236}">
                <a16:creationId xmlns:a16="http://schemas.microsoft.com/office/drawing/2014/main" id="{35404872-A692-4275-9B9B-978F0AB8E9C9}"/>
              </a:ext>
            </a:extLst>
          </p:cNvPr>
          <p:cNvSpPr/>
          <p:nvPr/>
        </p:nvSpPr>
        <p:spPr>
          <a:xfrm>
            <a:off x="2584582" y="1548764"/>
            <a:ext cx="700405" cy="3342641"/>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D3BF73B3-E994-4B1B-8C66-F079496AEEB6}"/>
              </a:ext>
            </a:extLst>
          </p:cNvPr>
          <p:cNvSpPr/>
          <p:nvPr/>
        </p:nvSpPr>
        <p:spPr>
          <a:xfrm>
            <a:off x="9858375" y="1923071"/>
            <a:ext cx="1059180" cy="2984644"/>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肘形连接符 81">
            <a:extLst>
              <a:ext uri="{FF2B5EF4-FFF2-40B4-BE49-F238E27FC236}">
                <a16:creationId xmlns:a16="http://schemas.microsoft.com/office/drawing/2014/main" id="{F381240C-D155-4CAD-8416-5B7ABF5609E4}"/>
              </a:ext>
            </a:extLst>
          </p:cNvPr>
          <p:cNvCxnSpPr>
            <a:stCxn id="66" idx="3"/>
          </p:cNvCxnSpPr>
          <p:nvPr/>
        </p:nvCxnSpPr>
        <p:spPr>
          <a:xfrm flipV="1">
            <a:off x="9230995" y="4152410"/>
            <a:ext cx="662940" cy="442595"/>
          </a:xfrm>
          <a:prstGeom prst="bentConnector3">
            <a:avLst>
              <a:gd name="adj1" fmla="val 6053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58C30B0F-A3C2-4646-A6CD-B640C28F9D53}"/>
              </a:ext>
            </a:extLst>
          </p:cNvPr>
          <p:cNvCxnSpPr/>
          <p:nvPr/>
        </p:nvCxnSpPr>
        <p:spPr>
          <a:xfrm>
            <a:off x="10739613" y="2934374"/>
            <a:ext cx="47180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E53A81D1-08FB-4194-A012-A30E1541057D}"/>
              </a:ext>
            </a:extLst>
          </p:cNvPr>
          <p:cNvSpPr/>
          <p:nvPr/>
        </p:nvSpPr>
        <p:spPr>
          <a:xfrm>
            <a:off x="9231630" y="5365750"/>
            <a:ext cx="2829560" cy="102108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900" b="1" dirty="0">
                <a:solidFill>
                  <a:schemeClr val="tx1"/>
                </a:solidFill>
                <a:latin typeface="+mj-lt"/>
                <a:ea typeface="+mj-lt"/>
                <a:cs typeface="+mj-lt"/>
              </a:rPr>
              <a:t>*1</a:t>
            </a:r>
            <a:r>
              <a:rPr lang="zh-CN" altLang="en-US" sz="900" b="1" dirty="0">
                <a:solidFill>
                  <a:schemeClr val="tx1"/>
                </a:solidFill>
                <a:latin typeface="+mj-lt"/>
                <a:ea typeface="+mj-lt"/>
                <a:cs typeface="+mj-lt"/>
              </a:rPr>
              <a:t>：</a:t>
            </a:r>
            <a:r>
              <a:rPr lang="zh-CN" altLang="en-US" sz="900" dirty="0">
                <a:solidFill>
                  <a:schemeClr val="tx1"/>
                </a:solidFill>
                <a:latin typeface="+mj-lt"/>
                <a:ea typeface="+mj-lt"/>
                <a:cs typeface="+mj-lt"/>
              </a:rPr>
              <a:t>测地系</a:t>
            </a:r>
            <a:r>
              <a:rPr lang="en-US" altLang="zh-CN" sz="900" dirty="0">
                <a:solidFill>
                  <a:schemeClr val="tx1"/>
                </a:solidFill>
                <a:latin typeface="+mj-lt"/>
                <a:ea typeface="+mj-lt"/>
                <a:cs typeface="+mj-lt"/>
              </a:rPr>
              <a:t>01</a:t>
            </a:r>
            <a:r>
              <a:rPr lang="zh-CN" altLang="en-US" sz="900" dirty="0">
                <a:solidFill>
                  <a:schemeClr val="tx1"/>
                </a:solidFill>
                <a:latin typeface="+mj-lt"/>
                <a:ea typeface="+mj-lt"/>
                <a:cs typeface="+mj-lt"/>
              </a:rPr>
              <a:t>、</a:t>
            </a:r>
            <a:r>
              <a:rPr lang="en-US" altLang="zh-CN" sz="900" dirty="0">
                <a:solidFill>
                  <a:schemeClr val="tx1"/>
                </a:solidFill>
                <a:latin typeface="+mj-lt"/>
                <a:ea typeface="+mj-lt"/>
                <a:cs typeface="+mj-lt"/>
              </a:rPr>
              <a:t>11</a:t>
            </a:r>
            <a:r>
              <a:rPr lang="zh-CN" altLang="en-US" sz="900" dirty="0">
                <a:solidFill>
                  <a:schemeClr val="tx1"/>
                </a:solidFill>
                <a:latin typeface="+mj-lt"/>
                <a:ea typeface="+mj-lt"/>
                <a:cs typeface="+mj-lt"/>
              </a:rPr>
              <a:t>、</a:t>
            </a:r>
            <a:r>
              <a:rPr lang="en-US" altLang="zh-CN" sz="900" dirty="0">
                <a:solidFill>
                  <a:schemeClr val="tx1"/>
                </a:solidFill>
                <a:latin typeface="+mj-lt"/>
                <a:ea typeface="+mj-lt"/>
                <a:cs typeface="+mj-lt"/>
              </a:rPr>
              <a:t>02</a:t>
            </a:r>
            <a:r>
              <a:rPr lang="zh-CN" altLang="en-US" sz="900" dirty="0">
                <a:solidFill>
                  <a:schemeClr val="tx1"/>
                </a:solidFill>
                <a:latin typeface="+mj-lt"/>
                <a:ea typeface="+mj-lt"/>
                <a:cs typeface="+mj-lt"/>
              </a:rPr>
              <a:t>、</a:t>
            </a:r>
            <a:r>
              <a:rPr lang="en-US" altLang="zh-CN" sz="900" dirty="0">
                <a:solidFill>
                  <a:schemeClr val="tx1"/>
                </a:solidFill>
                <a:latin typeface="+mj-lt"/>
                <a:ea typeface="+mj-lt"/>
                <a:cs typeface="+mj-lt"/>
              </a:rPr>
              <a:t>12</a:t>
            </a:r>
            <a:r>
              <a:rPr lang="zh-CN" altLang="en-US" sz="900" dirty="0">
                <a:solidFill>
                  <a:schemeClr val="tx1"/>
                </a:solidFill>
                <a:latin typeface="+mj-lt"/>
                <a:ea typeface="+mj-lt"/>
                <a:cs typeface="+mj-lt"/>
              </a:rPr>
              <a:t>以外时，无效化处理</a:t>
            </a:r>
            <a:endParaRPr lang="en-US" altLang="zh-CN" sz="900" dirty="0">
              <a:solidFill>
                <a:schemeClr val="tx1"/>
              </a:solidFill>
              <a:latin typeface="+mj-lt"/>
              <a:ea typeface="+mj-lt"/>
              <a:cs typeface="+mj-lt"/>
            </a:endParaRPr>
          </a:p>
          <a:p>
            <a:r>
              <a:rPr lang="en-US" altLang="zh-CN" sz="900" b="1" dirty="0">
                <a:solidFill>
                  <a:schemeClr val="tx1"/>
                </a:solidFill>
                <a:latin typeface="+mj-lt"/>
                <a:ea typeface="+mj-lt"/>
                <a:cs typeface="+mj-lt"/>
                <a:sym typeface="+mn-ea"/>
              </a:rPr>
              <a:t>*2</a:t>
            </a:r>
            <a:r>
              <a:rPr lang="zh-CN" altLang="en-US" sz="900" b="1" dirty="0">
                <a:solidFill>
                  <a:schemeClr val="tx1"/>
                </a:solidFill>
                <a:latin typeface="+mj-lt"/>
                <a:ea typeface="+mj-lt"/>
                <a:cs typeface="+mj-lt"/>
                <a:sym typeface="+mn-ea"/>
              </a:rPr>
              <a:t>：</a:t>
            </a:r>
            <a:r>
              <a:rPr lang="zh-CN" altLang="en-US" sz="900" dirty="0">
                <a:solidFill>
                  <a:schemeClr val="tx1"/>
                </a:solidFill>
                <a:latin typeface="+mj-lt"/>
                <a:ea typeface="+mj-lt"/>
                <a:cs typeface="+mj-lt"/>
              </a:rPr>
              <a:t>仅当坐标区分为</a:t>
            </a:r>
            <a:r>
              <a:rPr lang="en-US" altLang="zh-CN" sz="900" dirty="0">
                <a:solidFill>
                  <a:schemeClr val="tx1"/>
                </a:solidFill>
                <a:latin typeface="+mj-lt"/>
                <a:ea typeface="+mj-lt"/>
                <a:cs typeface="+mj-lt"/>
              </a:rPr>
              <a:t>84</a:t>
            </a:r>
            <a:r>
              <a:rPr lang="zh-CN" altLang="en-US" sz="900" dirty="0">
                <a:solidFill>
                  <a:schemeClr val="tx1"/>
                </a:solidFill>
                <a:latin typeface="+mj-lt"/>
                <a:ea typeface="+mj-lt"/>
                <a:cs typeface="+mj-lt"/>
              </a:rPr>
              <a:t>时替换为</a:t>
            </a:r>
            <a:r>
              <a:rPr lang="en-US" altLang="zh-CN" sz="900" dirty="0">
                <a:solidFill>
                  <a:schemeClr val="tx1"/>
                </a:solidFill>
                <a:latin typeface="+mj-lt"/>
                <a:ea typeface="+mj-lt"/>
                <a:cs typeface="+mj-lt"/>
              </a:rPr>
              <a:t>02</a:t>
            </a:r>
            <a:r>
              <a:rPr lang="zh-CN" altLang="en-US" sz="900" dirty="0">
                <a:solidFill>
                  <a:schemeClr val="tx1"/>
                </a:solidFill>
                <a:latin typeface="+mj-lt"/>
                <a:ea typeface="+mj-lt"/>
                <a:cs typeface="+mj-lt"/>
              </a:rPr>
              <a:t>坐标系（</a:t>
            </a:r>
            <a:r>
              <a:rPr lang="en-US" altLang="zh-CN" sz="900" dirty="0">
                <a:solidFill>
                  <a:schemeClr val="tx1"/>
                </a:solidFill>
                <a:latin typeface="+mj-lt"/>
                <a:ea typeface="+mj-lt"/>
                <a:cs typeface="+mj-lt"/>
              </a:rPr>
              <a:t>84</a:t>
            </a:r>
            <a:r>
              <a:rPr lang="zh-CN" altLang="en-US" sz="900" dirty="0">
                <a:solidFill>
                  <a:schemeClr val="tx1"/>
                </a:solidFill>
                <a:latin typeface="+mj-lt"/>
                <a:ea typeface="+mj-lt"/>
                <a:cs typeface="+mj-lt"/>
              </a:rPr>
              <a:t>和</a:t>
            </a:r>
            <a:r>
              <a:rPr lang="en-US" altLang="zh-CN" sz="900" dirty="0">
                <a:solidFill>
                  <a:schemeClr val="tx1"/>
                </a:solidFill>
                <a:latin typeface="+mj-lt"/>
                <a:ea typeface="+mj-lt"/>
                <a:cs typeface="+mj-lt"/>
              </a:rPr>
              <a:t>02</a:t>
            </a:r>
            <a:r>
              <a:rPr lang="zh-CN" altLang="en-US" sz="900" dirty="0">
                <a:solidFill>
                  <a:schemeClr val="tx1"/>
                </a:solidFill>
                <a:latin typeface="+mj-lt"/>
                <a:ea typeface="+mj-lt"/>
                <a:cs typeface="+mj-lt"/>
              </a:rPr>
              <a:t>以外的测地系时保持不变）</a:t>
            </a:r>
            <a:endParaRPr lang="en-US" altLang="zh-CN" sz="900" dirty="0">
              <a:solidFill>
                <a:schemeClr val="tx1"/>
              </a:solidFill>
              <a:latin typeface="+mj-lt"/>
              <a:ea typeface="+mj-lt"/>
              <a:cs typeface="+mj-lt"/>
            </a:endParaRPr>
          </a:p>
          <a:p>
            <a:pPr algn="l"/>
            <a:r>
              <a:rPr lang="zh-CN" altLang="en-US" sz="900" b="1" dirty="0">
                <a:solidFill>
                  <a:schemeClr val="tx1"/>
                </a:solidFill>
                <a:latin typeface="+mj-lt"/>
                <a:sym typeface="+mn-ea"/>
              </a:rPr>
              <a:t>*</a:t>
            </a:r>
            <a:r>
              <a:rPr lang="en-US" altLang="zh-CN" sz="900" b="1" dirty="0">
                <a:solidFill>
                  <a:schemeClr val="tx1"/>
                </a:solidFill>
                <a:latin typeface="+mj-lt"/>
                <a:sym typeface="+mn-ea"/>
              </a:rPr>
              <a:t>3</a:t>
            </a:r>
            <a:r>
              <a:rPr lang="zh-CN" altLang="en-US" sz="900" b="1" dirty="0">
                <a:solidFill>
                  <a:schemeClr val="tx1"/>
                </a:solidFill>
                <a:latin typeface="+mj-lt"/>
                <a:sym typeface="+mn-ea"/>
              </a:rPr>
              <a:t>：</a:t>
            </a:r>
            <a:r>
              <a:rPr lang="zh-CN" altLang="en-US" sz="900" dirty="0">
                <a:solidFill>
                  <a:schemeClr val="tx1"/>
                </a:solidFill>
                <a:latin typeface="+mj-lt"/>
                <a:sym typeface="+mn-ea"/>
              </a:rPr>
              <a:t>送信失败时，向</a:t>
            </a:r>
            <a:r>
              <a:rPr lang="en-US" altLang="zh-CN" sz="900" dirty="0">
                <a:solidFill>
                  <a:schemeClr val="tx1"/>
                </a:solidFill>
                <a:latin typeface="+mj-lt"/>
                <a:sym typeface="+mn-ea"/>
              </a:rPr>
              <a:t>DCM</a:t>
            </a:r>
            <a:r>
              <a:rPr lang="zh-CN" altLang="en-US" sz="900" dirty="0">
                <a:solidFill>
                  <a:schemeClr val="tx1"/>
                </a:solidFill>
                <a:latin typeface="+mj-lt"/>
                <a:sym typeface="+mn-ea"/>
              </a:rPr>
              <a:t>返回</a:t>
            </a:r>
            <a:r>
              <a:rPr lang="en-US" altLang="zh-CN" sz="900" dirty="0">
                <a:solidFill>
                  <a:schemeClr val="tx1"/>
                </a:solidFill>
                <a:latin typeface="+mj-lt"/>
                <a:sym typeface="+mn-ea"/>
              </a:rPr>
              <a:t>HTTP</a:t>
            </a:r>
            <a:r>
              <a:rPr lang="en-US" altLang="zh-CN" sz="900" dirty="0">
                <a:ln/>
                <a:solidFill>
                  <a:schemeClr val="tx1"/>
                </a:solidFill>
                <a:effectLst>
                  <a:outerShdw blurRad="38100" dist="19050" dir="2700000" algn="tl" rotWithShape="0">
                    <a:schemeClr val="dk1">
                      <a:alpha val="40000"/>
                    </a:schemeClr>
                  </a:outerShdw>
                </a:effectLst>
                <a:latin typeface="+mj-lt"/>
                <a:sym typeface="+mn-ea"/>
              </a:rPr>
              <a:t>500</a:t>
            </a:r>
            <a:endParaRPr lang="en-US" altLang="zh-CN" sz="900" dirty="0">
              <a:solidFill>
                <a:schemeClr val="tx1"/>
              </a:solidFill>
              <a:latin typeface="+mj-lt"/>
            </a:endParaRPr>
          </a:p>
        </p:txBody>
      </p:sp>
      <p:sp>
        <p:nvSpPr>
          <p:cNvPr id="103" name="矩形 102">
            <a:extLst>
              <a:ext uri="{FF2B5EF4-FFF2-40B4-BE49-F238E27FC236}">
                <a16:creationId xmlns:a16="http://schemas.microsoft.com/office/drawing/2014/main" id="{0E346259-56AA-4F9F-9762-9200220E8C64}"/>
              </a:ext>
            </a:extLst>
          </p:cNvPr>
          <p:cNvSpPr/>
          <p:nvPr/>
        </p:nvSpPr>
        <p:spPr>
          <a:xfrm>
            <a:off x="5713200" y="1588258"/>
            <a:ext cx="2182649" cy="4903803"/>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4" name="表格 103">
            <a:extLst>
              <a:ext uri="{FF2B5EF4-FFF2-40B4-BE49-F238E27FC236}">
                <a16:creationId xmlns:a16="http://schemas.microsoft.com/office/drawing/2014/main" id="{1E61ECA9-36E7-4BAA-A939-6A7391D6D533}"/>
              </a:ext>
            </a:extLst>
          </p:cNvPr>
          <p:cNvGraphicFramePr/>
          <p:nvPr/>
        </p:nvGraphicFramePr>
        <p:xfrm>
          <a:off x="231775" y="1269365"/>
          <a:ext cx="1630680" cy="3817620"/>
        </p:xfrm>
        <a:graphic>
          <a:graphicData uri="http://schemas.openxmlformats.org/drawingml/2006/table">
            <a:tbl>
              <a:tblPr/>
              <a:tblGrid>
                <a:gridCol w="297815">
                  <a:extLst>
                    <a:ext uri="{9D8B030D-6E8A-4147-A177-3AD203B41FA5}">
                      <a16:colId xmlns:a16="http://schemas.microsoft.com/office/drawing/2014/main" val="20000"/>
                    </a:ext>
                  </a:extLst>
                </a:gridCol>
                <a:gridCol w="530225">
                  <a:extLst>
                    <a:ext uri="{9D8B030D-6E8A-4147-A177-3AD203B41FA5}">
                      <a16:colId xmlns:a16="http://schemas.microsoft.com/office/drawing/2014/main" val="20001"/>
                    </a:ext>
                  </a:extLst>
                </a:gridCol>
                <a:gridCol w="802640">
                  <a:extLst>
                    <a:ext uri="{9D8B030D-6E8A-4147-A177-3AD203B41FA5}">
                      <a16:colId xmlns:a16="http://schemas.microsoft.com/office/drawing/2014/main" val="20002"/>
                    </a:ext>
                  </a:extLst>
                </a:gridCol>
              </a:tblGrid>
              <a:tr h="226060">
                <a:tc gridSpan="3">
                  <a:txBody>
                    <a:bodyPr/>
                    <a:lstStyle/>
                    <a:p>
                      <a:pPr indent="0">
                        <a:buNone/>
                      </a:pPr>
                      <a:r>
                        <a:rPr lang="en-US" sz="1100" b="0">
                          <a:solidFill>
                            <a:srgbClr val="000000"/>
                          </a:solidFill>
                          <a:latin typeface="宋体" panose="02010600030101010101" pitchFamily="2" charset="-122"/>
                        </a:rPr>
                        <a:t>DCM数据</a:t>
                      </a:r>
                      <a:endParaRPr lang="en-US" altLang="en-US" sz="11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7"/>
                    </a:solidFill>
                  </a:tcPr>
                </a:tc>
                <a:tc hMerge="1">
                  <a:txBody>
                    <a:bodyPr/>
                    <a:lstStyle/>
                    <a:p>
                      <a:endParaRPr lang="zh-CN"/>
                    </a:p>
                  </a:txBody>
                  <a:tcP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tc hMerge="1">
                  <a:txBody>
                    <a:bodyPr/>
                    <a:lstStyle/>
                    <a:p>
                      <a:endParaRPr lang="zh-CN"/>
                    </a:p>
                  </a:txBody>
                  <a:tcPr>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tcPr>
                </a:tc>
                <a:extLst>
                  <a:ext uri="{0D108BD9-81ED-4DB2-BD59-A6C34878D82A}">
                    <a16:rowId xmlns:a16="http://schemas.microsoft.com/office/drawing/2014/main" val="10000"/>
                  </a:ext>
                </a:extLst>
              </a:tr>
              <a:tr h="571500">
                <a:tc>
                  <a:txBody>
                    <a:bodyPr/>
                    <a:lstStyle/>
                    <a:p>
                      <a:pPr indent="0" algn="ctr">
                        <a:buNone/>
                      </a:pPr>
                      <a:r>
                        <a:rPr lang="zh-CN" sz="1100" b="0">
                          <a:solidFill>
                            <a:srgbClr val="000000"/>
                          </a:solidFill>
                          <a:latin typeface="Arial" panose="020B0604020202020204" pitchFamily="34" charset="0"/>
                          <a:ea typeface="宋体" panose="02010600030101010101" pitchFamily="2" charset="-122"/>
                        </a:rPr>
                        <a:t>测地系</a:t>
                      </a:r>
                    </a:p>
                    <a:p>
                      <a:pPr indent="0" algn="ctr">
                        <a:buNone/>
                      </a:pPr>
                      <a:r>
                        <a:rPr lang="zh-CN" altLang="en-US" sz="1100" b="0">
                          <a:solidFill>
                            <a:srgbClr val="000000"/>
                          </a:solidFill>
                          <a:latin typeface="宋体" panose="02010600030101010101" pitchFamily="2" charset="-122"/>
                        </a:rPr>
                        <a:t>信息</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4B183"/>
                    </a:solidFill>
                  </a:tcPr>
                </a:tc>
                <a:tc>
                  <a:txBody>
                    <a:bodyPr/>
                    <a:lstStyle/>
                    <a:p>
                      <a:pPr indent="0">
                        <a:buNone/>
                      </a:pPr>
                      <a:r>
                        <a:rPr lang="en-US" sz="900" b="0">
                          <a:solidFill>
                            <a:srgbClr val="000000"/>
                          </a:solidFill>
                          <a:latin typeface="宋体" panose="02010600030101010101" pitchFamily="2" charset="-122"/>
                        </a:rPr>
                        <a:t>P_TYP</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tc>
                  <a:txBody>
                    <a:bodyPr/>
                    <a:lstStyle/>
                    <a:p>
                      <a:pPr indent="0">
                        <a:buNone/>
                      </a:pPr>
                      <a:r>
                        <a:rPr lang="zh-CN" altLang="en-US" sz="900" b="0">
                          <a:solidFill>
                            <a:srgbClr val="000000"/>
                          </a:solidFill>
                          <a:latin typeface="宋体" panose="02010600030101010101" pitchFamily="2" charset="-122"/>
                        </a:rPr>
                        <a:t>测地系信息</a:t>
                      </a:r>
                    </a:p>
                    <a:p>
                      <a:pPr indent="0">
                        <a:buNone/>
                      </a:pPr>
                      <a:r>
                        <a:rPr lang="zh-CN" altLang="en-US" sz="900" b="0">
                          <a:solidFill>
                            <a:schemeClr val="bg1">
                              <a:lumMod val="50000"/>
                            </a:schemeClr>
                          </a:solidFill>
                          <a:latin typeface="宋体" panose="02010600030101010101" pitchFamily="2" charset="-122"/>
                        </a:rPr>
                        <a:t>由</a:t>
                      </a:r>
                      <a:r>
                        <a:rPr lang="en-US" altLang="zh-CN" sz="900" b="0">
                          <a:solidFill>
                            <a:schemeClr val="bg1">
                              <a:lumMod val="50000"/>
                            </a:schemeClr>
                          </a:solidFill>
                          <a:latin typeface="宋体" panose="02010600030101010101" pitchFamily="2" charset="-122"/>
                        </a:rPr>
                        <a:t>1</a:t>
                      </a:r>
                      <a:r>
                        <a:rPr lang="zh-CN" altLang="en-US" sz="900" b="0">
                          <a:solidFill>
                            <a:schemeClr val="bg1">
                              <a:lumMod val="50000"/>
                            </a:schemeClr>
                          </a:solidFill>
                          <a:latin typeface="宋体" panose="02010600030101010101" pitchFamily="2" charset="-122"/>
                        </a:rPr>
                        <a:t>位测地系</a:t>
                      </a:r>
                      <a:r>
                        <a:rPr lang="en-US" altLang="zh-CN" sz="900" b="0">
                          <a:solidFill>
                            <a:schemeClr val="bg1">
                              <a:lumMod val="50000"/>
                            </a:schemeClr>
                          </a:solidFill>
                          <a:latin typeface="宋体" panose="02010600030101010101" pitchFamily="2" charset="-122"/>
                        </a:rPr>
                        <a:t>+</a:t>
                      </a:r>
                    </a:p>
                    <a:p>
                      <a:pPr indent="0">
                        <a:buNone/>
                      </a:pPr>
                      <a:r>
                        <a:rPr lang="en-US" altLang="zh-CN" sz="900" b="0">
                          <a:solidFill>
                            <a:schemeClr val="bg1">
                              <a:lumMod val="50000"/>
                            </a:schemeClr>
                          </a:solidFill>
                          <a:latin typeface="宋体" panose="02010600030101010101" pitchFamily="2" charset="-122"/>
                        </a:rPr>
                        <a:t>1</a:t>
                      </a:r>
                      <a:r>
                        <a:rPr lang="zh-CN" altLang="en-US" sz="900" b="0">
                          <a:solidFill>
                            <a:schemeClr val="bg1">
                              <a:lumMod val="50000"/>
                            </a:schemeClr>
                          </a:solidFill>
                          <a:latin typeface="宋体" panose="02010600030101010101" pitchFamily="2" charset="-122"/>
                        </a:rPr>
                        <a:t>位经纬度单位组成</a:t>
                      </a:r>
                      <a:endParaRPr lang="zh-CN" altLang="en-US" sz="900" b="0">
                        <a:solidFill>
                          <a:srgbClr val="000000"/>
                        </a:solidFill>
                        <a:latin typeface="宋体" panose="02010600030101010101" pitchFamily="2" charset="-122"/>
                      </a:endParaRPr>
                    </a:p>
                    <a:p>
                      <a:pPr indent="0">
                        <a:buNone/>
                      </a:pPr>
                      <a:r>
                        <a:rPr lang="en-US" altLang="zh-CN" sz="900" b="0">
                          <a:solidFill>
                            <a:srgbClr val="000000"/>
                          </a:solidFill>
                          <a:latin typeface="宋体" panose="02010600030101010101" pitchFamily="2" charset="-122"/>
                        </a:rPr>
                        <a:t> </a:t>
                      </a:r>
                      <a:endParaRPr lang="zh-CN"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F8CBAD"/>
                    </a:solidFill>
                  </a:tcPr>
                </a:tc>
                <a:extLst>
                  <a:ext uri="{0D108BD9-81ED-4DB2-BD59-A6C34878D82A}">
                    <a16:rowId xmlns:a16="http://schemas.microsoft.com/office/drawing/2014/main" val="10001"/>
                  </a:ext>
                </a:extLst>
              </a:tr>
              <a:tr h="195580">
                <a:tc rowSpan="11">
                  <a:txBody>
                    <a:bodyPr/>
                    <a:lstStyle/>
                    <a:p>
                      <a:pPr indent="0" algn="ctr">
                        <a:buNone/>
                      </a:pPr>
                      <a:r>
                        <a:rPr lang="zh-CN" sz="1100" b="0">
                          <a:solidFill>
                            <a:srgbClr val="000000"/>
                          </a:solidFill>
                          <a:latin typeface="Arial" panose="020B0604020202020204" pitchFamily="34" charset="0"/>
                          <a:ea typeface="宋体" panose="02010600030101010101" pitchFamily="2" charset="-122"/>
                        </a:rPr>
                        <a:t>坐标信息</a:t>
                      </a:r>
                    </a:p>
                    <a:p>
                      <a:pPr indent="0">
                        <a:buNone/>
                      </a:pPr>
                      <a:endParaRPr lang="zh-CN"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chemeClr val="accent6">
                        <a:lumMod val="40000"/>
                        <a:lumOff val="60000"/>
                      </a:schemeClr>
                    </a:solidFill>
                  </a:tcPr>
                </a:tc>
                <a:tc>
                  <a:txBody>
                    <a:bodyPr/>
                    <a:lstStyle/>
                    <a:p>
                      <a:pPr indent="0">
                        <a:buNone/>
                      </a:pPr>
                      <a:r>
                        <a:rPr lang="en-US" sz="900" b="0">
                          <a:solidFill>
                            <a:srgbClr val="000000"/>
                          </a:solidFill>
                          <a:latin typeface="宋体" panose="02010600030101010101" pitchFamily="2" charset="-122"/>
                        </a:rPr>
                        <a:t>P_LAT1</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b="0">
                          <a:solidFill>
                            <a:srgbClr val="000000"/>
                          </a:solidFill>
                          <a:latin typeface="宋体" panose="02010600030101010101" pitchFamily="2" charset="-122"/>
                        </a:rPr>
                        <a:t>纬度</a:t>
                      </a:r>
                      <a:r>
                        <a:rPr lang="en-US" altLang="zh-CN" sz="900" b="0">
                          <a:solidFill>
                            <a:srgbClr val="000000"/>
                          </a:solidFill>
                          <a:latin typeface="宋体" panose="02010600030101010101" pitchFamily="2" charset="-122"/>
                        </a:rPr>
                        <a:t>1</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2"/>
                  </a:ext>
                </a:extLst>
              </a:tr>
              <a:tr h="17780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P_LON1</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1</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3"/>
                  </a:ext>
                </a:extLst>
              </a:tr>
              <a:tr h="19558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P_LAT2</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2</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4"/>
                  </a:ext>
                </a:extLst>
              </a:tr>
              <a:tr h="20320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P_LON2</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2</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5"/>
                  </a:ext>
                </a:extLst>
              </a:tr>
              <a:tr h="16510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P_LAT3</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3</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6"/>
                  </a:ext>
                </a:extLst>
              </a:tr>
              <a:tr h="17780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P_LON3</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3</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7"/>
                  </a:ext>
                </a:extLst>
              </a:tr>
              <a:tr h="19558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P_LAT4</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4</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8"/>
                  </a:ext>
                </a:extLst>
              </a:tr>
              <a:tr h="20320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P_LON4</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4</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9"/>
                  </a:ext>
                </a:extLst>
              </a:tr>
              <a:tr h="18669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tcPr>
                </a:tc>
                <a:tc>
                  <a:txBody>
                    <a:bodyPr/>
                    <a:lstStyle/>
                    <a:p>
                      <a:pPr indent="0">
                        <a:buNone/>
                      </a:pPr>
                      <a:r>
                        <a:rPr lang="en-US" sz="900" b="0">
                          <a:solidFill>
                            <a:srgbClr val="000000"/>
                          </a:solidFill>
                          <a:latin typeface="宋体" panose="02010600030101010101" pitchFamily="2" charset="-122"/>
                        </a:rPr>
                        <a:t>P_LAT5</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5</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10"/>
                  </a:ext>
                </a:extLst>
              </a:tr>
              <a:tr h="195580">
                <a:tc vMerge="1">
                  <a:txBody>
                    <a:bodyPr/>
                    <a:lstStyle/>
                    <a:p>
                      <a:endParaRPr lang="zh-CN"/>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B w="12700" cap="flat" cmpd="sng">
                      <a:solidFill>
                        <a:srgbClr val="FFFFFF"/>
                      </a:solidFill>
                      <a:prstDash val="solid"/>
                      <a:headEnd type="none" w="med" len="med"/>
                      <a:tailEnd type="none" w="med" len="med"/>
                    </a:lnB>
                  </a:tcPr>
                </a:tc>
                <a:tc>
                  <a:txBody>
                    <a:bodyPr/>
                    <a:lstStyle/>
                    <a:p>
                      <a:pPr indent="0">
                        <a:buNone/>
                      </a:pPr>
                      <a:r>
                        <a:rPr lang="en-US" sz="900" b="0">
                          <a:solidFill>
                            <a:srgbClr val="000000"/>
                          </a:solidFill>
                          <a:latin typeface="宋体" panose="02010600030101010101" pitchFamily="2" charset="-122"/>
                        </a:rPr>
                        <a:t>P_LON5</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5</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11"/>
                  </a:ext>
                </a:extLst>
              </a:tr>
              <a:tr h="177800">
                <a:tc vMerge="1">
                  <a:txBody>
                    <a:bodyPr/>
                    <a:lstStyle/>
                    <a:p>
                      <a:endParaRPr lang="zh-CN"/>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B4C7E7"/>
                    </a:solidFill>
                  </a:tcPr>
                </a:tc>
                <a:tc>
                  <a:txBody>
                    <a:bodyPr/>
                    <a:lstStyle/>
                    <a:p>
                      <a:pPr indent="0">
                        <a:buNone/>
                      </a:pPr>
                      <a:r>
                        <a:rPr lang="en-US" altLang="zh-CN" sz="900" b="0">
                          <a:solidFill>
                            <a:srgbClr val="000000"/>
                          </a:solidFill>
                          <a:latin typeface="宋体" panose="02010600030101010101" pitchFamily="2" charset="-122"/>
                        </a:rPr>
                        <a:t>...</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chemeClr val="accent6">
                        <a:lumMod val="40000"/>
                        <a:lumOff val="60000"/>
                      </a:schemeClr>
                    </a:solidFill>
                  </a:tcPr>
                </a:tc>
                <a:tc>
                  <a:txBody>
                    <a:bodyPr/>
                    <a:lstStyle/>
                    <a:p>
                      <a:pPr indent="0">
                        <a:buNone/>
                      </a:pPr>
                      <a:endParaRPr lang="zh-CN" altLang="en-US"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12"/>
                  </a:ext>
                </a:extLst>
              </a:tr>
              <a:tr h="177800">
                <a:tc>
                  <a:txBody>
                    <a:bodyPr/>
                    <a:lstStyle/>
                    <a:p>
                      <a:pPr indent="0">
                        <a:buNone/>
                      </a:pPr>
                      <a:r>
                        <a:rPr lang="zh-CN" altLang="en-US" sz="900" b="0">
                          <a:solidFill>
                            <a:srgbClr val="000000"/>
                          </a:solidFill>
                          <a:latin typeface="宋体" panose="02010600030101010101" pitchFamily="2" charset="-122"/>
                        </a:rPr>
                        <a:t>坐标个数</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B4C7E7"/>
                    </a:solidFill>
                  </a:tcPr>
                </a:tc>
                <a:tc>
                  <a:txBody>
                    <a:bodyPr/>
                    <a:lstStyle/>
                    <a:p>
                      <a:pPr indent="0">
                        <a:buNone/>
                      </a:pPr>
                      <a:r>
                        <a:rPr lang="en-US" altLang="en-US" sz="900" b="0">
                          <a:solidFill>
                            <a:srgbClr val="000000"/>
                          </a:solidFill>
                          <a:latin typeface="宋体" panose="02010600030101010101" pitchFamily="2" charset="-122"/>
                        </a:rPr>
                        <a:t>P_NO</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7"/>
                    </a:solidFill>
                  </a:tcPr>
                </a:tc>
                <a:tc>
                  <a:txBody>
                    <a:bodyPr/>
                    <a:lstStyle/>
                    <a:p>
                      <a:pPr indent="0">
                        <a:buNone/>
                      </a:pPr>
                      <a:r>
                        <a:rPr lang="zh-CN" altLang="en-US" sz="900" b="0">
                          <a:solidFill>
                            <a:srgbClr val="000000"/>
                          </a:solidFill>
                          <a:latin typeface="宋体" panose="02010600030101010101" pitchFamily="2" charset="-122"/>
                        </a:rPr>
                        <a:t>坐标数</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13"/>
                  </a:ext>
                </a:extLst>
              </a:tr>
              <a:tr h="177800">
                <a:tc>
                  <a:txBody>
                    <a:bodyPr/>
                    <a:lstStyle/>
                    <a:p>
                      <a:pPr indent="0">
                        <a:buNone/>
                      </a:pPr>
                      <a:r>
                        <a:rPr lang="en-US" altLang="zh-CN" sz="900" b="0">
                          <a:solidFill>
                            <a:srgbClr val="000000"/>
                          </a:solidFill>
                          <a:latin typeface="宋体" panose="02010600030101010101" pitchFamily="2" charset="-122"/>
                        </a:rPr>
                        <a:t>...</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B4C7E7"/>
                    </a:solidFill>
                  </a:tcPr>
                </a:tc>
                <a:tc>
                  <a:txBody>
                    <a:bodyPr/>
                    <a:lstStyle/>
                    <a:p>
                      <a:pPr indent="0">
                        <a:buNone/>
                      </a:pP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7"/>
                    </a:solidFill>
                  </a:tcPr>
                </a:tc>
                <a:tc>
                  <a:txBody>
                    <a:bodyPr/>
                    <a:lstStyle/>
                    <a:p>
                      <a:pPr indent="0">
                        <a:buNone/>
                      </a:pP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14"/>
                  </a:ext>
                </a:extLst>
              </a:tr>
            </a:tbl>
          </a:graphicData>
        </a:graphic>
      </p:graphicFrame>
      <p:graphicFrame>
        <p:nvGraphicFramePr>
          <p:cNvPr id="106" name="表格 105">
            <a:extLst>
              <a:ext uri="{FF2B5EF4-FFF2-40B4-BE49-F238E27FC236}">
                <a16:creationId xmlns:a16="http://schemas.microsoft.com/office/drawing/2014/main" id="{49B2BBDF-3A19-41BE-B907-26954B327CBF}"/>
              </a:ext>
            </a:extLst>
          </p:cNvPr>
          <p:cNvGraphicFramePr>
            <a:graphicFrameLocks noGrp="1"/>
          </p:cNvGraphicFramePr>
          <p:nvPr>
            <p:custDataLst>
              <p:tags r:id="rId1"/>
            </p:custDataLst>
            <p:extLst>
              <p:ext uri="{D42A27DB-BD31-4B8C-83A1-F6EECF244321}">
                <p14:modId xmlns:p14="http://schemas.microsoft.com/office/powerpoint/2010/main" val="297338095"/>
              </p:ext>
            </p:extLst>
          </p:nvPr>
        </p:nvGraphicFramePr>
        <p:xfrm>
          <a:off x="5726945" y="2710342"/>
          <a:ext cx="2178628" cy="1985984"/>
        </p:xfrm>
        <a:graphic>
          <a:graphicData uri="http://schemas.openxmlformats.org/drawingml/2006/table">
            <a:tbl>
              <a:tblPr>
                <a:tableStyleId>{5C22544A-7EE6-4342-B048-85BDC9FD1C3A}</a:tableStyleId>
              </a:tblPr>
              <a:tblGrid>
                <a:gridCol w="421005">
                  <a:extLst>
                    <a:ext uri="{9D8B030D-6E8A-4147-A177-3AD203B41FA5}">
                      <a16:colId xmlns:a16="http://schemas.microsoft.com/office/drawing/2014/main" val="20000"/>
                    </a:ext>
                  </a:extLst>
                </a:gridCol>
                <a:gridCol w="790988">
                  <a:extLst>
                    <a:ext uri="{9D8B030D-6E8A-4147-A177-3AD203B41FA5}">
                      <a16:colId xmlns:a16="http://schemas.microsoft.com/office/drawing/2014/main" val="20001"/>
                    </a:ext>
                  </a:extLst>
                </a:gridCol>
                <a:gridCol w="966635">
                  <a:extLst>
                    <a:ext uri="{9D8B030D-6E8A-4147-A177-3AD203B41FA5}">
                      <a16:colId xmlns:a16="http://schemas.microsoft.com/office/drawing/2014/main" val="20002"/>
                    </a:ext>
                  </a:extLst>
                </a:gridCol>
              </a:tblGrid>
              <a:tr h="301625">
                <a:tc gridSpan="3">
                  <a:txBody>
                    <a:bodyPr/>
                    <a:lstStyle/>
                    <a:p>
                      <a:pPr algn="l" fontAlgn="b"/>
                      <a:r>
                        <a:rPr lang="en-US" altLang="zh-CN" sz="1100" u="none" strike="noStrike" dirty="0">
                          <a:effectLst/>
                        </a:rPr>
                        <a:t>【</a:t>
                      </a:r>
                      <a:r>
                        <a:rPr lang="zh-CN" altLang="en-US" sz="1100" u="none" strike="noStrike" dirty="0">
                          <a:effectLst/>
                        </a:rPr>
                        <a:t>有效坐标</a:t>
                      </a:r>
                      <a:r>
                        <a:rPr lang="en-US" altLang="zh-CN" sz="1100" u="none" strike="noStrike" dirty="0">
                          <a:effectLst/>
                        </a:rPr>
                        <a:t>】</a:t>
                      </a:r>
                      <a:r>
                        <a:rPr lang="zh-CN" altLang="en-US" sz="1100" u="none" strike="noStrike" dirty="0">
                          <a:effectLst/>
                        </a:rPr>
                        <a:t>抽出</a:t>
                      </a:r>
                    </a:p>
                    <a:p>
                      <a:pPr algn="l" fontAlgn="b"/>
                      <a:r>
                        <a:rPr lang="en-US" altLang="zh-CN" sz="1000" b="0" i="0" u="none" strike="noStrike" dirty="0">
                          <a:solidFill>
                            <a:schemeClr val="bg1">
                              <a:lumMod val="50000"/>
                            </a:schemeClr>
                          </a:solidFill>
                          <a:effectLst/>
                          <a:latin typeface="等线" panose="02010600030101010101" pitchFamily="2" charset="-122"/>
                          <a:ea typeface="等线" panose="02010600030101010101" pitchFamily="2" charset="-122"/>
                        </a:rPr>
                        <a:t>  </a:t>
                      </a:r>
                      <a:r>
                        <a:rPr lang="zh-CN" altLang="en-US" sz="1000" dirty="0">
                          <a:solidFill>
                            <a:schemeClr val="bg1">
                              <a:lumMod val="50000"/>
                            </a:schemeClr>
                          </a:solidFill>
                          <a:effectLst/>
                          <a:latin typeface="等线" panose="02010600030101010101" pitchFamily="2" charset="-122"/>
                          <a:ea typeface="等线" panose="02010600030101010101" pitchFamily="2" charset="-122"/>
                          <a:sym typeface="+mn-ea"/>
                        </a:rPr>
                        <a:t>抽出条件：</a:t>
                      </a:r>
                      <a:r>
                        <a:rPr lang="zh-CN" altLang="en-US" sz="1000" b="0" i="0" u="none" strike="noStrike" dirty="0">
                          <a:solidFill>
                            <a:schemeClr val="bg1">
                              <a:lumMod val="50000"/>
                            </a:schemeClr>
                          </a:solidFill>
                          <a:effectLst/>
                          <a:latin typeface="等线" panose="02010600030101010101" pitchFamily="2" charset="-122"/>
                          <a:ea typeface="等线" panose="02010600030101010101" pitchFamily="2" charset="-122"/>
                        </a:rPr>
                        <a:t>经纬度都非空且有效</a:t>
                      </a:r>
                    </a:p>
                  </a:txBody>
                  <a:tcPr marL="7620" marR="7620" marT="762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00512">
                <a:tc>
                  <a:txBody>
                    <a:bodyPr/>
                    <a:lstStyle/>
                    <a:p>
                      <a:pPr algn="ctr" fontAlgn="ctr"/>
                      <a:r>
                        <a:rPr lang="en-US" sz="800" u="none" strike="noStrike" dirty="0">
                          <a:effectLst/>
                        </a:rPr>
                        <a:t>No.</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ja-JP" altLang="en-US" sz="800" u="none" strike="noStrike" dirty="0">
                          <a:effectLst/>
                        </a:rPr>
                        <a:t>项目名</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zh-CN" altLang="en-US" sz="800" u="none" strike="noStrike" dirty="0">
                          <a:effectLst/>
                        </a:rPr>
                        <a:t>举例</a:t>
                      </a:r>
                      <a:r>
                        <a:rPr lang="ja-JP" altLang="en-US" sz="800" u="none" strike="noStrike" dirty="0">
                          <a:effectLst/>
                        </a:rPr>
                        <a:t>值</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extLst>
                  <a:ext uri="{0D108BD9-81ED-4DB2-BD59-A6C34878D82A}">
                    <a16:rowId xmlns:a16="http://schemas.microsoft.com/office/drawing/2014/main" val="10001"/>
                  </a:ext>
                </a:extLst>
              </a:tr>
              <a:tr h="200512">
                <a:tc rowSpan="2">
                  <a:txBody>
                    <a:bodyPr/>
                    <a:lstStyle/>
                    <a:p>
                      <a:pPr algn="ctr">
                        <a:buClrTx/>
                        <a:buSzTx/>
                        <a:buFontTx/>
                      </a:pPr>
                      <a:r>
                        <a:rPr lang="en-US" sz="900" u="none" strike="noStrike">
                          <a:solidFill>
                            <a:srgbClr val="000000"/>
                          </a:solidFill>
                          <a:latin typeface="宋体" panose="02010600030101010101" pitchFamily="2" charset="-122"/>
                        </a:rPr>
                        <a:t>1</a:t>
                      </a:r>
                    </a:p>
                  </a:txBody>
                  <a:tcPr marL="7620" marR="7620" marT="7620" marB="0" anchor="ctr">
                    <a:solidFill>
                      <a:schemeClr val="accent6">
                        <a:lumMod val="40000"/>
                        <a:lumOff val="60000"/>
                      </a:schemeClr>
                    </a:solidFill>
                  </a:tcPr>
                </a:tc>
                <a:tc>
                  <a:txBody>
                    <a:bodyPr/>
                    <a:lstStyle/>
                    <a:p>
                      <a:pPr indent="0">
                        <a:buNone/>
                      </a:pPr>
                      <a:r>
                        <a:rPr lang="en-US" sz="900" b="0">
                          <a:solidFill>
                            <a:srgbClr val="000000"/>
                          </a:solidFill>
                          <a:latin typeface="宋体" panose="02010600030101010101" pitchFamily="2" charset="-122"/>
                        </a:rPr>
                        <a:t>P_LAT1</a:t>
                      </a:r>
                      <a:endParaRPr lang="en-US" altLang="en-US" sz="900" b="0">
                        <a:solidFill>
                          <a:srgbClr val="000000"/>
                        </a:solidFill>
                        <a:latin typeface="宋体" panose="02010600030101010101" pitchFamily="2" charset="-122"/>
                      </a:endParaRP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1</a:t>
                      </a:r>
                    </a:p>
                  </a:txBody>
                  <a:tcPr marL="12700" marR="12700" marT="12700">
                    <a:solidFill>
                      <a:schemeClr val="accent6">
                        <a:lumMod val="40000"/>
                        <a:lumOff val="60000"/>
                      </a:schemeClr>
                    </a:solidFill>
                  </a:tcPr>
                </a:tc>
                <a:extLst>
                  <a:ext uri="{0D108BD9-81ED-4DB2-BD59-A6C34878D82A}">
                    <a16:rowId xmlns:a16="http://schemas.microsoft.com/office/drawing/2014/main" val="10002"/>
                  </a:ext>
                </a:extLst>
              </a:tr>
              <a:tr h="251460">
                <a:tc vMerge="1">
                  <a:txBody>
                    <a:bodyPr/>
                    <a:lstStyle/>
                    <a:p>
                      <a:endParaRPr lang="zh-CN"/>
                    </a:p>
                  </a:txBody>
                  <a:tcPr marL="7620" marR="7620" marT="7620" marB="0" anchor="ctr">
                    <a:solidFill>
                      <a:schemeClr val="accent2">
                        <a:lumMod val="40000"/>
                        <a:lumOff val="60000"/>
                      </a:schemeClr>
                    </a:solidFill>
                  </a:tcPr>
                </a:tc>
                <a:tc>
                  <a:txBody>
                    <a:bodyPr/>
                    <a:lstStyle/>
                    <a:p>
                      <a:pPr algn="l">
                        <a:buClrTx/>
                        <a:buSzTx/>
                        <a:buFontTx/>
                        <a:buNone/>
                      </a:pPr>
                      <a:r>
                        <a:rPr lang="en-US" sz="900" b="0">
                          <a:solidFill>
                            <a:srgbClr val="000000"/>
                          </a:solidFill>
                          <a:latin typeface="宋体" panose="02010600030101010101" pitchFamily="2" charset="-122"/>
                        </a:rPr>
                        <a:t>P_LON1</a:t>
                      </a: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1</a:t>
                      </a:r>
                      <a:endParaRPr lang="en-US" altLang="zh-CN" sz="900" b="0">
                        <a:solidFill>
                          <a:srgbClr val="000000"/>
                        </a:solidFill>
                        <a:latin typeface="宋体" panose="02010600030101010101" pitchFamily="2" charset="-122"/>
                        <a:sym typeface="+mn-ea"/>
                      </a:endParaRPr>
                    </a:p>
                  </a:txBody>
                  <a:tcPr marL="12700" marR="12700" marT="12700">
                    <a:solidFill>
                      <a:schemeClr val="accent6">
                        <a:lumMod val="40000"/>
                        <a:lumOff val="60000"/>
                      </a:schemeClr>
                    </a:solidFill>
                  </a:tcPr>
                </a:tc>
                <a:extLst>
                  <a:ext uri="{0D108BD9-81ED-4DB2-BD59-A6C34878D82A}">
                    <a16:rowId xmlns:a16="http://schemas.microsoft.com/office/drawing/2014/main" val="10003"/>
                  </a:ext>
                </a:extLst>
              </a:tr>
              <a:tr h="251460">
                <a:tc rowSpan="2">
                  <a:txBody>
                    <a:bodyPr/>
                    <a:lstStyle/>
                    <a:p>
                      <a:pPr algn="ctr">
                        <a:buClrTx/>
                        <a:buSzTx/>
                        <a:buFontTx/>
                      </a:pPr>
                      <a:r>
                        <a:rPr lang="en-US" sz="900" u="none" strike="noStrike">
                          <a:solidFill>
                            <a:srgbClr val="000000"/>
                          </a:solidFill>
                          <a:latin typeface="宋体" panose="02010600030101010101" pitchFamily="2" charset="-122"/>
                        </a:rPr>
                        <a:t>2</a:t>
                      </a:r>
                    </a:p>
                  </a:txBody>
                  <a:tcPr marL="7620" marR="7620" marT="7620" marB="0" anchor="ctr">
                    <a:solidFill>
                      <a:schemeClr val="accent6">
                        <a:lumMod val="40000"/>
                        <a:lumOff val="60000"/>
                      </a:schemeClr>
                    </a:solidFill>
                  </a:tcPr>
                </a:tc>
                <a:tc>
                  <a:txBody>
                    <a:bodyPr/>
                    <a:lstStyle/>
                    <a:p>
                      <a:pPr algn="l">
                        <a:buClrTx/>
                        <a:buSzTx/>
                        <a:buFontTx/>
                        <a:buNone/>
                      </a:pPr>
                      <a:r>
                        <a:rPr lang="en-US" sz="900" b="0">
                          <a:solidFill>
                            <a:srgbClr val="000000"/>
                          </a:solidFill>
                          <a:latin typeface="宋体" panose="02010600030101010101" pitchFamily="2" charset="-122"/>
                        </a:rPr>
                        <a:t>P_LAT2</a:t>
                      </a: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2</a:t>
                      </a:r>
                    </a:p>
                  </a:txBody>
                  <a:tcPr marL="12700" marR="12700" marT="12700">
                    <a:solidFill>
                      <a:schemeClr val="accent6">
                        <a:lumMod val="40000"/>
                        <a:lumOff val="60000"/>
                      </a:schemeClr>
                    </a:solidFill>
                  </a:tcPr>
                </a:tc>
                <a:extLst>
                  <a:ext uri="{0D108BD9-81ED-4DB2-BD59-A6C34878D82A}">
                    <a16:rowId xmlns:a16="http://schemas.microsoft.com/office/drawing/2014/main" val="10004"/>
                  </a:ext>
                </a:extLst>
              </a:tr>
              <a:tr h="251460">
                <a:tc vMerge="1">
                  <a:txBody>
                    <a:bodyPr/>
                    <a:lstStyle/>
                    <a:p>
                      <a:endParaRPr lang="zh-CN"/>
                    </a:p>
                  </a:txBody>
                  <a:tcPr marL="7620" marR="7620" marT="7620" marB="0" anchor="ctr">
                    <a:solidFill>
                      <a:schemeClr val="accent2">
                        <a:lumMod val="40000"/>
                        <a:lumOff val="60000"/>
                      </a:schemeClr>
                    </a:solidFill>
                  </a:tcPr>
                </a:tc>
                <a:tc>
                  <a:txBody>
                    <a:bodyPr/>
                    <a:lstStyle/>
                    <a:p>
                      <a:pPr algn="l">
                        <a:buClrTx/>
                        <a:buSzTx/>
                        <a:buFontTx/>
                        <a:buNone/>
                      </a:pPr>
                      <a:r>
                        <a:rPr lang="en-US" sz="900" b="0">
                          <a:solidFill>
                            <a:srgbClr val="000000"/>
                          </a:solidFill>
                          <a:latin typeface="宋体" panose="02010600030101010101" pitchFamily="2" charset="-122"/>
                        </a:rPr>
                        <a:t>P_LON2</a:t>
                      </a: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2</a:t>
                      </a:r>
                      <a:endParaRPr lang="en-US" altLang="zh-CN" sz="900" b="0">
                        <a:solidFill>
                          <a:srgbClr val="000000"/>
                        </a:solidFill>
                        <a:latin typeface="宋体" panose="02010600030101010101" pitchFamily="2" charset="-122"/>
                        <a:sym typeface="+mn-ea"/>
                      </a:endParaRPr>
                    </a:p>
                  </a:txBody>
                  <a:tcPr marL="12700" marR="12700" marT="12700">
                    <a:solidFill>
                      <a:schemeClr val="accent6">
                        <a:lumMod val="40000"/>
                        <a:lumOff val="60000"/>
                      </a:schemeClr>
                    </a:solidFill>
                  </a:tcPr>
                </a:tc>
                <a:extLst>
                  <a:ext uri="{0D108BD9-81ED-4DB2-BD59-A6C34878D82A}">
                    <a16:rowId xmlns:a16="http://schemas.microsoft.com/office/drawing/2014/main" val="10005"/>
                  </a:ext>
                </a:extLst>
              </a:tr>
              <a:tr h="251460">
                <a:tc rowSpan="2">
                  <a:txBody>
                    <a:bodyPr/>
                    <a:lstStyle/>
                    <a:p>
                      <a:pPr algn="ctr">
                        <a:buClrTx/>
                        <a:buSzTx/>
                        <a:buFontTx/>
                      </a:pPr>
                      <a:r>
                        <a:rPr lang="en-US" sz="900" u="none" strike="noStrike">
                          <a:solidFill>
                            <a:srgbClr val="000000"/>
                          </a:solidFill>
                          <a:latin typeface="宋体" panose="02010600030101010101" pitchFamily="2" charset="-122"/>
                        </a:rPr>
                        <a:t>3</a:t>
                      </a:r>
                    </a:p>
                  </a:txBody>
                  <a:tcPr marL="7620" marR="7620" marT="7620" marB="0" anchor="ctr">
                    <a:solidFill>
                      <a:schemeClr val="accent6">
                        <a:lumMod val="40000"/>
                        <a:lumOff val="60000"/>
                      </a:schemeClr>
                    </a:solidFill>
                  </a:tcPr>
                </a:tc>
                <a:tc>
                  <a:txBody>
                    <a:bodyPr/>
                    <a:lstStyle/>
                    <a:p>
                      <a:pPr algn="l">
                        <a:buClrTx/>
                        <a:buSzTx/>
                        <a:buFontTx/>
                        <a:buNone/>
                      </a:pPr>
                      <a:r>
                        <a:rPr lang="en-US" sz="900" b="0">
                          <a:solidFill>
                            <a:srgbClr val="000000"/>
                          </a:solidFill>
                          <a:latin typeface="宋体" panose="02010600030101010101" pitchFamily="2" charset="-122"/>
                        </a:rPr>
                        <a:t>P_LAT3</a:t>
                      </a: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3</a:t>
                      </a:r>
                    </a:p>
                  </a:txBody>
                  <a:tcPr marL="12700" marR="12700" marT="12700">
                    <a:solidFill>
                      <a:schemeClr val="accent6">
                        <a:lumMod val="40000"/>
                        <a:lumOff val="60000"/>
                      </a:schemeClr>
                    </a:solidFill>
                  </a:tcPr>
                </a:tc>
                <a:extLst>
                  <a:ext uri="{0D108BD9-81ED-4DB2-BD59-A6C34878D82A}">
                    <a16:rowId xmlns:a16="http://schemas.microsoft.com/office/drawing/2014/main" val="10006"/>
                  </a:ext>
                </a:extLst>
              </a:tr>
              <a:tr h="251460">
                <a:tc vMerge="1">
                  <a:txBody>
                    <a:bodyPr/>
                    <a:lstStyle/>
                    <a:p>
                      <a:endParaRPr lang="zh-CN"/>
                    </a:p>
                  </a:txBody>
                  <a:tcPr marL="7620" marR="7620" marT="7620" marB="0" anchor="ctr">
                    <a:solidFill>
                      <a:schemeClr val="accent2">
                        <a:lumMod val="40000"/>
                        <a:lumOff val="60000"/>
                      </a:schemeClr>
                    </a:solidFill>
                  </a:tcPr>
                </a:tc>
                <a:tc>
                  <a:txBody>
                    <a:bodyPr/>
                    <a:lstStyle/>
                    <a:p>
                      <a:pPr algn="l">
                        <a:buClrTx/>
                        <a:buSzTx/>
                        <a:buFontTx/>
                        <a:buNone/>
                      </a:pPr>
                      <a:r>
                        <a:rPr lang="en-US" sz="900" b="0">
                          <a:solidFill>
                            <a:srgbClr val="000000"/>
                          </a:solidFill>
                          <a:latin typeface="宋体" panose="02010600030101010101" pitchFamily="2" charset="-122"/>
                        </a:rPr>
                        <a:t>P_LON3</a:t>
                      </a: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3</a:t>
                      </a:r>
                      <a:endParaRPr lang="en-US" altLang="zh-CN" sz="900" b="0">
                        <a:solidFill>
                          <a:srgbClr val="000000"/>
                        </a:solidFill>
                        <a:latin typeface="宋体" panose="02010600030101010101" pitchFamily="2" charset="-122"/>
                        <a:sym typeface="+mn-ea"/>
                      </a:endParaRPr>
                    </a:p>
                  </a:txBody>
                  <a:tcPr marL="12700" marR="12700" marT="12700">
                    <a:solidFill>
                      <a:schemeClr val="accent6">
                        <a:lumMod val="40000"/>
                        <a:lumOff val="60000"/>
                      </a:schemeClr>
                    </a:solidFill>
                  </a:tcPr>
                </a:tc>
                <a:extLst>
                  <a:ext uri="{0D108BD9-81ED-4DB2-BD59-A6C34878D82A}">
                    <a16:rowId xmlns:a16="http://schemas.microsoft.com/office/drawing/2014/main" val="10007"/>
                  </a:ext>
                </a:extLst>
              </a:tr>
            </a:tbl>
          </a:graphicData>
        </a:graphic>
      </p:graphicFrame>
      <p:graphicFrame>
        <p:nvGraphicFramePr>
          <p:cNvPr id="108" name="表格 107">
            <a:extLst>
              <a:ext uri="{FF2B5EF4-FFF2-40B4-BE49-F238E27FC236}">
                <a16:creationId xmlns:a16="http://schemas.microsoft.com/office/drawing/2014/main" id="{C0774AF4-5E01-4F40-8BBF-E7E04828FAA2}"/>
              </a:ext>
            </a:extLst>
          </p:cNvPr>
          <p:cNvGraphicFramePr>
            <a:graphicFrameLocks noGrp="1"/>
          </p:cNvGraphicFramePr>
          <p:nvPr>
            <p:custDataLst>
              <p:tags r:id="rId2"/>
            </p:custDataLst>
            <p:extLst>
              <p:ext uri="{D42A27DB-BD31-4B8C-83A1-F6EECF244321}">
                <p14:modId xmlns:p14="http://schemas.microsoft.com/office/powerpoint/2010/main" val="2333717838"/>
              </p:ext>
            </p:extLst>
          </p:nvPr>
        </p:nvGraphicFramePr>
        <p:xfrm>
          <a:off x="5726945" y="4738532"/>
          <a:ext cx="2178628" cy="1498304"/>
        </p:xfrm>
        <a:graphic>
          <a:graphicData uri="http://schemas.openxmlformats.org/drawingml/2006/table">
            <a:tbl>
              <a:tblPr>
                <a:tableStyleId>{5C22544A-7EE6-4342-B048-85BDC9FD1C3A}</a:tableStyleId>
              </a:tblPr>
              <a:tblGrid>
                <a:gridCol w="421005">
                  <a:extLst>
                    <a:ext uri="{9D8B030D-6E8A-4147-A177-3AD203B41FA5}">
                      <a16:colId xmlns:a16="http://schemas.microsoft.com/office/drawing/2014/main" val="20000"/>
                    </a:ext>
                  </a:extLst>
                </a:gridCol>
                <a:gridCol w="790988">
                  <a:extLst>
                    <a:ext uri="{9D8B030D-6E8A-4147-A177-3AD203B41FA5}">
                      <a16:colId xmlns:a16="http://schemas.microsoft.com/office/drawing/2014/main" val="20001"/>
                    </a:ext>
                  </a:extLst>
                </a:gridCol>
                <a:gridCol w="966635">
                  <a:extLst>
                    <a:ext uri="{9D8B030D-6E8A-4147-A177-3AD203B41FA5}">
                      <a16:colId xmlns:a16="http://schemas.microsoft.com/office/drawing/2014/main" val="20002"/>
                    </a:ext>
                  </a:extLst>
                </a:gridCol>
              </a:tblGrid>
              <a:tr h="242570">
                <a:tc gridSpan="3">
                  <a:txBody>
                    <a:bodyPr/>
                    <a:lstStyle/>
                    <a:p>
                      <a:pPr algn="l" fontAlgn="b"/>
                      <a:r>
                        <a:rPr lang="en-US" altLang="zh-CN" sz="1100" u="none" strike="noStrike" dirty="0">
                          <a:effectLst/>
                        </a:rPr>
                        <a:t>【</a:t>
                      </a:r>
                      <a:r>
                        <a:rPr lang="zh-CN" altLang="en-US" sz="1100" u="none" strike="noStrike" dirty="0">
                          <a:effectLst/>
                        </a:rPr>
                        <a:t>空坐标或者无效坐标</a:t>
                      </a:r>
                      <a:r>
                        <a:rPr lang="en-US" altLang="zh-CN" sz="1100" u="none" strike="noStrike" dirty="0">
                          <a:effectLst/>
                        </a:rPr>
                        <a:t>】</a:t>
                      </a:r>
                      <a:r>
                        <a:rPr lang="zh-CN" altLang="en-US" sz="1100" u="none" strike="noStrike" dirty="0">
                          <a:effectLst/>
                        </a:rPr>
                        <a:t>抽出</a:t>
                      </a:r>
                    </a:p>
                    <a:p>
                      <a:pPr algn="l" fontAlgn="b"/>
                      <a:r>
                        <a:rPr lang="en-US" altLang="zh-CN" sz="1100" dirty="0">
                          <a:solidFill>
                            <a:schemeClr val="bg1">
                              <a:lumMod val="50000"/>
                            </a:schemeClr>
                          </a:solidFill>
                          <a:effectLst/>
                          <a:latin typeface="等线" panose="02010600030101010101" pitchFamily="2" charset="-122"/>
                          <a:ea typeface="等线" panose="02010600030101010101" pitchFamily="2" charset="-122"/>
                          <a:sym typeface="+mn-ea"/>
                        </a:rPr>
                        <a:t>  </a:t>
                      </a:r>
                      <a:r>
                        <a:rPr lang="zh-CN" altLang="en-US" sz="1000" dirty="0">
                          <a:solidFill>
                            <a:schemeClr val="bg1">
                              <a:lumMod val="50000"/>
                            </a:schemeClr>
                          </a:solidFill>
                          <a:effectLst/>
                          <a:latin typeface="等线" panose="02010600030101010101" pitchFamily="2" charset="-122"/>
                          <a:ea typeface="等线" panose="02010600030101010101" pitchFamily="2" charset="-122"/>
                          <a:sym typeface="+mn-ea"/>
                        </a:rPr>
                        <a:t>抽出条件：经纬度任一为空</a:t>
                      </a:r>
                      <a:endParaRPr lang="zh-CN" altLang="en-US" sz="1000" b="0" i="0" u="none" strike="noStrike" dirty="0">
                        <a:solidFill>
                          <a:schemeClr val="bg1">
                            <a:lumMod val="50000"/>
                          </a:schemeClr>
                        </a:solidFill>
                        <a:effectLst/>
                        <a:latin typeface="等线" panose="02010600030101010101" pitchFamily="2" charset="-122"/>
                        <a:ea typeface="等线" panose="02010600030101010101" pitchFamily="2" charset="-122"/>
                        <a:sym typeface="+mn-ea"/>
                      </a:endParaRPr>
                    </a:p>
                  </a:txBody>
                  <a:tcPr marL="7620" marR="7620" marT="762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00512">
                <a:tc>
                  <a:txBody>
                    <a:bodyPr/>
                    <a:lstStyle/>
                    <a:p>
                      <a:pPr algn="ctr" fontAlgn="ctr"/>
                      <a:r>
                        <a:rPr lang="en-US" sz="800" u="none" strike="noStrike" dirty="0">
                          <a:effectLst/>
                        </a:rPr>
                        <a:t>No.</a:t>
                      </a:r>
                      <a:endParaRPr 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ja-JP" altLang="en-US" sz="800" u="none" strike="noStrike" dirty="0">
                          <a:effectLst/>
                        </a:rPr>
                        <a:t>项目名</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tc>
                  <a:txBody>
                    <a:bodyPr/>
                    <a:lstStyle/>
                    <a:p>
                      <a:pPr algn="ctr" fontAlgn="ctr"/>
                      <a:r>
                        <a:rPr lang="zh-CN" altLang="en-US" sz="800" u="none" strike="noStrike" dirty="0">
                          <a:effectLst/>
                        </a:rPr>
                        <a:t>举例</a:t>
                      </a:r>
                      <a:r>
                        <a:rPr lang="ja-JP" altLang="en-US" sz="800" u="none" strike="noStrike" dirty="0">
                          <a:effectLst/>
                        </a:rPr>
                        <a:t>值</a:t>
                      </a:r>
                      <a:endParaRPr lang="ja-JP" altLang="en-US" sz="800" b="0" i="0" u="none" strike="noStrike" dirty="0">
                        <a:solidFill>
                          <a:srgbClr val="000000"/>
                        </a:solidFill>
                        <a:effectLst/>
                        <a:latin typeface="微软雅黑" panose="020B0503020204020204" charset="-122"/>
                        <a:ea typeface="微软雅黑" panose="020B0503020204020204" charset="-122"/>
                      </a:endParaRPr>
                    </a:p>
                  </a:txBody>
                  <a:tcPr marL="7620" marR="7620" marT="7620" marB="0" anchor="ctr">
                    <a:solidFill>
                      <a:schemeClr val="accent5">
                        <a:lumMod val="60000"/>
                        <a:lumOff val="40000"/>
                      </a:schemeClr>
                    </a:solidFill>
                  </a:tcPr>
                </a:tc>
                <a:extLst>
                  <a:ext uri="{0D108BD9-81ED-4DB2-BD59-A6C34878D82A}">
                    <a16:rowId xmlns:a16="http://schemas.microsoft.com/office/drawing/2014/main" val="10001"/>
                  </a:ext>
                </a:extLst>
              </a:tr>
              <a:tr h="200512">
                <a:tc rowSpan="2">
                  <a:txBody>
                    <a:bodyPr/>
                    <a:lstStyle/>
                    <a:p>
                      <a:pPr algn="ctr" fontAlgn="ctr"/>
                      <a:r>
                        <a:rPr lang="en-US" sz="800" u="none" strike="noStrike" dirty="0">
                          <a:effectLst/>
                        </a:rPr>
                        <a:t>1</a:t>
                      </a:r>
                    </a:p>
                  </a:txBody>
                  <a:tcPr marL="7620" marR="7620" marT="7620" marB="0" anchor="ctr">
                    <a:solidFill>
                      <a:schemeClr val="accent6">
                        <a:lumMod val="40000"/>
                        <a:lumOff val="60000"/>
                      </a:schemeClr>
                    </a:solidFill>
                  </a:tcPr>
                </a:tc>
                <a:tc>
                  <a:txBody>
                    <a:bodyPr/>
                    <a:lstStyle/>
                    <a:p>
                      <a:pPr indent="0">
                        <a:buNone/>
                      </a:pPr>
                      <a:r>
                        <a:rPr lang="en-US" sz="900" b="0">
                          <a:solidFill>
                            <a:srgbClr val="000000"/>
                          </a:solidFill>
                          <a:latin typeface="宋体" panose="02010600030101010101" pitchFamily="2" charset="-122"/>
                        </a:rPr>
                        <a:t>P_LAT4</a:t>
                      </a:r>
                      <a:endParaRPr lang="en-US" altLang="en-US" sz="900" b="0">
                        <a:solidFill>
                          <a:srgbClr val="000000"/>
                        </a:solidFill>
                        <a:latin typeface="宋体" panose="02010600030101010101" pitchFamily="2" charset="-122"/>
                      </a:endParaRP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4</a:t>
                      </a:r>
                    </a:p>
                  </a:txBody>
                  <a:tcPr marL="12700" marR="12700" marT="12700">
                    <a:solidFill>
                      <a:schemeClr val="accent6">
                        <a:lumMod val="40000"/>
                        <a:lumOff val="60000"/>
                      </a:schemeClr>
                    </a:solidFill>
                  </a:tcPr>
                </a:tc>
                <a:extLst>
                  <a:ext uri="{0D108BD9-81ED-4DB2-BD59-A6C34878D82A}">
                    <a16:rowId xmlns:a16="http://schemas.microsoft.com/office/drawing/2014/main" val="10002"/>
                  </a:ext>
                </a:extLst>
              </a:tr>
              <a:tr h="251460">
                <a:tc vMerge="1">
                  <a:txBody>
                    <a:bodyPr/>
                    <a:lstStyle/>
                    <a:p>
                      <a:endParaRPr lang="zh-CN"/>
                    </a:p>
                  </a:txBody>
                  <a:tcPr marL="7620" marR="7620" marT="7620" marB="0" anchor="ctr">
                    <a:solidFill>
                      <a:schemeClr val="accent2">
                        <a:lumMod val="40000"/>
                        <a:lumOff val="60000"/>
                      </a:schemeClr>
                    </a:solidFill>
                  </a:tcPr>
                </a:tc>
                <a:tc>
                  <a:txBody>
                    <a:bodyPr/>
                    <a:lstStyle/>
                    <a:p>
                      <a:pPr indent="0">
                        <a:buNone/>
                      </a:pPr>
                      <a:r>
                        <a:rPr lang="en-US" sz="900" b="0">
                          <a:solidFill>
                            <a:srgbClr val="000000"/>
                          </a:solidFill>
                          <a:latin typeface="宋体" panose="02010600030101010101" pitchFamily="2" charset="-122"/>
                        </a:rPr>
                        <a:t>P_LON4</a:t>
                      </a:r>
                      <a:endParaRPr lang="en-US" altLang="en-US" sz="900" b="0">
                        <a:solidFill>
                          <a:srgbClr val="000000"/>
                        </a:solidFill>
                        <a:latin typeface="宋体" panose="02010600030101010101" pitchFamily="2" charset="-122"/>
                      </a:endParaRP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4</a:t>
                      </a:r>
                      <a:endParaRPr lang="en-US" altLang="zh-CN" sz="900" b="0">
                        <a:solidFill>
                          <a:srgbClr val="000000"/>
                        </a:solidFill>
                        <a:latin typeface="宋体" panose="02010600030101010101" pitchFamily="2" charset="-122"/>
                        <a:sym typeface="+mn-ea"/>
                      </a:endParaRPr>
                    </a:p>
                  </a:txBody>
                  <a:tcPr marL="12700" marR="12700" marT="12700">
                    <a:solidFill>
                      <a:schemeClr val="accent6">
                        <a:lumMod val="40000"/>
                        <a:lumOff val="60000"/>
                      </a:schemeClr>
                    </a:solidFill>
                  </a:tcPr>
                </a:tc>
                <a:extLst>
                  <a:ext uri="{0D108BD9-81ED-4DB2-BD59-A6C34878D82A}">
                    <a16:rowId xmlns:a16="http://schemas.microsoft.com/office/drawing/2014/main" val="10003"/>
                  </a:ext>
                </a:extLst>
              </a:tr>
              <a:tr h="251460">
                <a:tc rowSpan="2">
                  <a:txBody>
                    <a:bodyPr/>
                    <a:lstStyle/>
                    <a:p>
                      <a:pPr algn="ctr" fontAlgn="ctr"/>
                      <a:r>
                        <a:rPr lang="en-US" sz="800" u="none" strike="noStrike" dirty="0">
                          <a:effectLst/>
                        </a:rPr>
                        <a:t>2</a:t>
                      </a:r>
                    </a:p>
                  </a:txBody>
                  <a:tcPr marL="7620" marR="7620" marT="7620" marB="0" anchor="ctr">
                    <a:solidFill>
                      <a:schemeClr val="accent6">
                        <a:lumMod val="40000"/>
                        <a:lumOff val="60000"/>
                      </a:schemeClr>
                    </a:solidFill>
                  </a:tcPr>
                </a:tc>
                <a:tc>
                  <a:txBody>
                    <a:bodyPr/>
                    <a:lstStyle/>
                    <a:p>
                      <a:pPr indent="0">
                        <a:buNone/>
                      </a:pPr>
                      <a:r>
                        <a:rPr lang="en-US" sz="900" b="0">
                          <a:solidFill>
                            <a:srgbClr val="000000"/>
                          </a:solidFill>
                          <a:latin typeface="宋体" panose="02010600030101010101" pitchFamily="2" charset="-122"/>
                        </a:rPr>
                        <a:t>P_LAT5</a:t>
                      </a:r>
                      <a:endParaRPr lang="en-US" altLang="en-US" sz="900" b="0">
                        <a:solidFill>
                          <a:srgbClr val="000000"/>
                        </a:solidFill>
                        <a:latin typeface="宋体" panose="02010600030101010101" pitchFamily="2" charset="-122"/>
                      </a:endParaRP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纬度</a:t>
                      </a:r>
                      <a:r>
                        <a:rPr lang="en-US" altLang="zh-CN" sz="900" b="0">
                          <a:solidFill>
                            <a:srgbClr val="000000"/>
                          </a:solidFill>
                          <a:latin typeface="宋体" panose="02010600030101010101" pitchFamily="2" charset="-122"/>
                        </a:rPr>
                        <a:t>5</a:t>
                      </a:r>
                    </a:p>
                  </a:txBody>
                  <a:tcPr marL="12700" marR="12700" marT="12700">
                    <a:solidFill>
                      <a:schemeClr val="accent6">
                        <a:lumMod val="40000"/>
                        <a:lumOff val="60000"/>
                      </a:schemeClr>
                    </a:solidFill>
                  </a:tcPr>
                </a:tc>
                <a:extLst>
                  <a:ext uri="{0D108BD9-81ED-4DB2-BD59-A6C34878D82A}">
                    <a16:rowId xmlns:a16="http://schemas.microsoft.com/office/drawing/2014/main" val="10004"/>
                  </a:ext>
                </a:extLst>
              </a:tr>
              <a:tr h="251460">
                <a:tc vMerge="1">
                  <a:txBody>
                    <a:bodyPr/>
                    <a:lstStyle/>
                    <a:p>
                      <a:endParaRPr lang="zh-CN"/>
                    </a:p>
                  </a:txBody>
                  <a:tcPr marL="7620" marR="7620" marT="7620" marB="0" anchor="ctr">
                    <a:solidFill>
                      <a:schemeClr val="accent2">
                        <a:lumMod val="40000"/>
                        <a:lumOff val="60000"/>
                      </a:schemeClr>
                    </a:solidFill>
                  </a:tcPr>
                </a:tc>
                <a:tc>
                  <a:txBody>
                    <a:bodyPr/>
                    <a:lstStyle/>
                    <a:p>
                      <a:pPr indent="0">
                        <a:buNone/>
                      </a:pPr>
                      <a:r>
                        <a:rPr lang="en-US" sz="900" b="0">
                          <a:solidFill>
                            <a:srgbClr val="000000"/>
                          </a:solidFill>
                          <a:latin typeface="宋体" panose="02010600030101010101" pitchFamily="2" charset="-122"/>
                        </a:rPr>
                        <a:t>P_LON5</a:t>
                      </a:r>
                      <a:endParaRPr lang="en-US" altLang="en-US" sz="900" b="0">
                        <a:solidFill>
                          <a:srgbClr val="000000"/>
                        </a:solidFill>
                        <a:latin typeface="宋体" panose="02010600030101010101" pitchFamily="2" charset="-122"/>
                      </a:endParaRPr>
                    </a:p>
                  </a:txBody>
                  <a:tcPr marL="12700" marR="12700" marT="12700">
                    <a:solidFill>
                      <a:schemeClr val="accent6">
                        <a:lumMod val="40000"/>
                        <a:lumOff val="60000"/>
                      </a:schemeClr>
                    </a:solidFill>
                  </a:tcPr>
                </a:tc>
                <a:tc>
                  <a:txBody>
                    <a:bodyPr/>
                    <a:lstStyle/>
                    <a:p>
                      <a:pPr indent="0">
                        <a:buNone/>
                      </a:pPr>
                      <a:r>
                        <a:rPr lang="zh-CN" altLang="en-US" sz="900">
                          <a:solidFill>
                            <a:srgbClr val="000000"/>
                          </a:solidFill>
                          <a:latin typeface="宋体" panose="02010600030101010101" pitchFamily="2" charset="-122"/>
                          <a:sym typeface="+mn-ea"/>
                        </a:rPr>
                        <a:t>经度</a:t>
                      </a:r>
                      <a:r>
                        <a:rPr lang="en-US" altLang="zh-CN" sz="900">
                          <a:solidFill>
                            <a:srgbClr val="000000"/>
                          </a:solidFill>
                          <a:latin typeface="宋体" panose="02010600030101010101" pitchFamily="2" charset="-122"/>
                          <a:sym typeface="+mn-ea"/>
                        </a:rPr>
                        <a:t>5</a:t>
                      </a:r>
                      <a:endParaRPr lang="en-US" altLang="zh-CN" sz="900" b="0">
                        <a:solidFill>
                          <a:srgbClr val="000000"/>
                        </a:solidFill>
                        <a:latin typeface="宋体" panose="02010600030101010101" pitchFamily="2" charset="-122"/>
                        <a:sym typeface="+mn-ea"/>
                      </a:endParaRPr>
                    </a:p>
                  </a:txBody>
                  <a:tcPr marL="12700" marR="12700" marT="12700">
                    <a:solidFill>
                      <a:schemeClr val="accent6">
                        <a:lumMod val="40000"/>
                        <a:lumOff val="60000"/>
                      </a:schemeClr>
                    </a:solidFill>
                  </a:tcPr>
                </a:tc>
                <a:extLst>
                  <a:ext uri="{0D108BD9-81ED-4DB2-BD59-A6C34878D82A}">
                    <a16:rowId xmlns:a16="http://schemas.microsoft.com/office/drawing/2014/main" val="10005"/>
                  </a:ext>
                </a:extLst>
              </a:tr>
            </a:tbl>
          </a:graphicData>
        </a:graphic>
      </p:graphicFrame>
      <p:cxnSp>
        <p:nvCxnSpPr>
          <p:cNvPr id="109" name="肘形连接符 20">
            <a:extLst>
              <a:ext uri="{FF2B5EF4-FFF2-40B4-BE49-F238E27FC236}">
                <a16:creationId xmlns:a16="http://schemas.microsoft.com/office/drawing/2014/main" id="{0530265F-BD9E-446C-8EB3-B106F7C1422A}"/>
              </a:ext>
            </a:extLst>
          </p:cNvPr>
          <p:cNvCxnSpPr>
            <a:cxnSpLocks/>
            <a:stCxn id="106" idx="3"/>
            <a:endCxn id="66" idx="1"/>
          </p:cNvCxnSpPr>
          <p:nvPr/>
        </p:nvCxnSpPr>
        <p:spPr>
          <a:xfrm>
            <a:off x="7905573" y="3703334"/>
            <a:ext cx="663607" cy="89181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299BC1F4-38B4-4C4E-B408-4798D94D3D0A}"/>
              </a:ext>
            </a:extLst>
          </p:cNvPr>
          <p:cNvSpPr/>
          <p:nvPr/>
        </p:nvSpPr>
        <p:spPr>
          <a:xfrm>
            <a:off x="10865312" y="2644640"/>
            <a:ext cx="419575" cy="2514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chemeClr val="tx1"/>
                </a:solidFill>
                <a:latin typeface="+mj-lt"/>
              </a:rPr>
              <a:t>送信（</a:t>
            </a:r>
            <a:r>
              <a:rPr lang="zh-CN" altLang="en-US" sz="800" b="1" dirty="0">
                <a:solidFill>
                  <a:schemeClr val="tx1"/>
                </a:solidFill>
                <a:latin typeface="+mj-lt"/>
              </a:rPr>
              <a:t>*</a:t>
            </a:r>
            <a:r>
              <a:rPr lang="en-US" altLang="zh-CN" sz="800" b="1" dirty="0">
                <a:solidFill>
                  <a:schemeClr val="tx1"/>
                </a:solidFill>
                <a:latin typeface="+mj-lt"/>
              </a:rPr>
              <a:t>3</a:t>
            </a:r>
            <a:r>
              <a:rPr lang="zh-CN" altLang="en-US" sz="800" dirty="0">
                <a:solidFill>
                  <a:schemeClr val="tx1"/>
                </a:solidFill>
                <a:latin typeface="+mj-lt"/>
              </a:rPr>
              <a:t>）</a:t>
            </a:r>
          </a:p>
        </p:txBody>
      </p:sp>
      <p:graphicFrame>
        <p:nvGraphicFramePr>
          <p:cNvPr id="126" name="表格 125">
            <a:extLst>
              <a:ext uri="{FF2B5EF4-FFF2-40B4-BE49-F238E27FC236}">
                <a16:creationId xmlns:a16="http://schemas.microsoft.com/office/drawing/2014/main" id="{9E86FD7C-9781-43B8-BE21-270A47E62CFC}"/>
              </a:ext>
            </a:extLst>
          </p:cNvPr>
          <p:cNvGraphicFramePr/>
          <p:nvPr>
            <p:custDataLst>
              <p:tags r:id="rId3"/>
            </p:custDataLst>
            <p:extLst>
              <p:ext uri="{D42A27DB-BD31-4B8C-83A1-F6EECF244321}">
                <p14:modId xmlns:p14="http://schemas.microsoft.com/office/powerpoint/2010/main" val="1453070359"/>
              </p:ext>
            </p:extLst>
          </p:nvPr>
        </p:nvGraphicFramePr>
        <p:xfrm>
          <a:off x="9882505" y="2630605"/>
          <a:ext cx="991235" cy="2162810"/>
        </p:xfrm>
        <a:graphic>
          <a:graphicData uri="http://schemas.openxmlformats.org/drawingml/2006/table">
            <a:tbl>
              <a:tblPr/>
              <a:tblGrid>
                <a:gridCol w="431800">
                  <a:extLst>
                    <a:ext uri="{9D8B030D-6E8A-4147-A177-3AD203B41FA5}">
                      <a16:colId xmlns:a16="http://schemas.microsoft.com/office/drawing/2014/main" val="20000"/>
                    </a:ext>
                  </a:extLst>
                </a:gridCol>
                <a:gridCol w="559435">
                  <a:extLst>
                    <a:ext uri="{9D8B030D-6E8A-4147-A177-3AD203B41FA5}">
                      <a16:colId xmlns:a16="http://schemas.microsoft.com/office/drawing/2014/main" val="20001"/>
                    </a:ext>
                  </a:extLst>
                </a:gridCol>
              </a:tblGrid>
              <a:tr h="195580">
                <a:tc>
                  <a:txBody>
                    <a:bodyPr/>
                    <a:lstStyle/>
                    <a:p>
                      <a:pPr indent="0">
                        <a:buNone/>
                      </a:pPr>
                      <a:r>
                        <a:rPr lang="en-US" sz="900" b="0">
                          <a:solidFill>
                            <a:srgbClr val="000000"/>
                          </a:solidFill>
                          <a:latin typeface="宋体" panose="02010600030101010101" pitchFamily="2" charset="-122"/>
                        </a:rPr>
                        <a:t>P_LAT1</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kumimoji="0" lang="zh-CN" altLang="en-US" sz="900" b="0" i="0" u="none" strike="noStrike" kern="1200" cap="none" spc="0" normalizeH="0" baseline="0" noProof="0">
                          <a:ln>
                            <a:noFill/>
                          </a:ln>
                          <a:solidFill>
                            <a:srgbClr val="000000"/>
                          </a:solidFill>
                          <a:effectLst/>
                          <a:uLnTx/>
                          <a:uFillTx/>
                          <a:latin typeface="宋体" panose="02010600030101010101" pitchFamily="2" charset="-122"/>
                          <a:ea typeface="微软雅黑"/>
                          <a:cs typeface="+mn-cs"/>
                          <a:sym typeface="+mn-ea"/>
                        </a:rPr>
                        <a:t>无效坐标</a:t>
                      </a:r>
                      <a:endParaRPr lang="en-US" altLang="zh-CN"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0"/>
                  </a:ext>
                </a:extLst>
              </a:tr>
              <a:tr h="195580">
                <a:tc>
                  <a:txBody>
                    <a:bodyPr/>
                    <a:lstStyle/>
                    <a:p>
                      <a:pPr indent="0">
                        <a:buNone/>
                      </a:pPr>
                      <a:r>
                        <a:rPr lang="en-US" sz="900" b="0">
                          <a:solidFill>
                            <a:srgbClr val="000000"/>
                          </a:solidFill>
                          <a:latin typeface="宋体" panose="02010600030101010101" pitchFamily="2" charset="-122"/>
                        </a:rPr>
                        <a:t>P_LON1</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kumimoji="0" lang="zh-CN" altLang="en-US" sz="900" b="0" i="0" u="none" strike="noStrike" kern="1200" cap="none" spc="0" normalizeH="0" baseline="0" noProof="0">
                          <a:ln>
                            <a:noFill/>
                          </a:ln>
                          <a:solidFill>
                            <a:srgbClr val="000000"/>
                          </a:solidFill>
                          <a:effectLst/>
                          <a:uLnTx/>
                          <a:uFillTx/>
                          <a:latin typeface="宋体" panose="02010600030101010101" pitchFamily="2" charset="-122"/>
                          <a:ea typeface="微软雅黑"/>
                          <a:cs typeface="+mn-cs"/>
                          <a:sym typeface="+mn-ea"/>
                        </a:rPr>
                        <a:t>无效坐标</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1"/>
                  </a:ext>
                </a:extLst>
              </a:tr>
              <a:tr h="195580">
                <a:tc>
                  <a:txBody>
                    <a:bodyPr/>
                    <a:lstStyle/>
                    <a:p>
                      <a:pPr indent="0">
                        <a:buNone/>
                      </a:pPr>
                      <a:r>
                        <a:rPr lang="en-US" sz="900" b="0">
                          <a:solidFill>
                            <a:srgbClr val="000000"/>
                          </a:solidFill>
                          <a:latin typeface="宋体" panose="02010600030101010101" pitchFamily="2" charset="-122"/>
                        </a:rPr>
                        <a:t>P_LAT2</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kumimoji="0" lang="zh-CN" altLang="en-US" sz="900" b="0" i="0" u="none" strike="noStrike" kern="1200" cap="none" spc="0" normalizeH="0" baseline="0" noProof="0">
                          <a:ln>
                            <a:noFill/>
                          </a:ln>
                          <a:solidFill>
                            <a:srgbClr val="000000"/>
                          </a:solidFill>
                          <a:effectLst/>
                          <a:uLnTx/>
                          <a:uFillTx/>
                          <a:latin typeface="宋体" panose="02010600030101010101" pitchFamily="2" charset="-122"/>
                          <a:ea typeface="微软雅黑"/>
                          <a:cs typeface="+mn-cs"/>
                          <a:sym typeface="+mn-ea"/>
                        </a:rPr>
                        <a:t>无效坐标</a:t>
                      </a:r>
                      <a:endParaRPr lang="en-US" altLang="zh-CN"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2"/>
                  </a:ext>
                </a:extLst>
              </a:tr>
              <a:tr h="201295">
                <a:tc>
                  <a:txBody>
                    <a:bodyPr/>
                    <a:lstStyle/>
                    <a:p>
                      <a:pPr indent="0">
                        <a:buNone/>
                      </a:pPr>
                      <a:r>
                        <a:rPr lang="en-US" sz="900" b="0">
                          <a:solidFill>
                            <a:srgbClr val="000000"/>
                          </a:solidFill>
                          <a:latin typeface="宋体" panose="02010600030101010101" pitchFamily="2" charset="-122"/>
                        </a:rPr>
                        <a:t>P_LON2</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kumimoji="0" lang="zh-CN" altLang="en-US" sz="900" b="0" i="0" u="none" strike="noStrike" kern="1200" cap="none" spc="0" normalizeH="0" baseline="0" noProof="0">
                          <a:ln>
                            <a:noFill/>
                          </a:ln>
                          <a:solidFill>
                            <a:srgbClr val="000000"/>
                          </a:solidFill>
                          <a:effectLst/>
                          <a:uLnTx/>
                          <a:uFillTx/>
                          <a:latin typeface="宋体" panose="02010600030101010101" pitchFamily="2" charset="-122"/>
                          <a:ea typeface="微软雅黑"/>
                          <a:cs typeface="+mn-cs"/>
                          <a:sym typeface="+mn-ea"/>
                        </a:rPr>
                        <a:t>无效坐标</a:t>
                      </a:r>
                      <a:endParaRPr lang="en-US" altLang="zh-CN" sz="900" b="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3"/>
                  </a:ext>
                </a:extLst>
              </a:tr>
              <a:tr h="195580">
                <a:tc>
                  <a:txBody>
                    <a:bodyPr/>
                    <a:lstStyle/>
                    <a:p>
                      <a:pPr indent="0">
                        <a:buNone/>
                      </a:pPr>
                      <a:r>
                        <a:rPr lang="en-US" sz="900" b="0">
                          <a:solidFill>
                            <a:srgbClr val="000000"/>
                          </a:solidFill>
                          <a:latin typeface="宋体" panose="02010600030101010101" pitchFamily="2" charset="-122"/>
                        </a:rPr>
                        <a:t>P_LAT3</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kumimoji="0" lang="zh-CN" altLang="en-US" sz="900" b="0" i="0" u="none" strike="noStrike" kern="1200" cap="none" spc="0" normalizeH="0" baseline="0" noProof="0" dirty="0">
                          <a:ln>
                            <a:noFill/>
                          </a:ln>
                          <a:solidFill>
                            <a:srgbClr val="000000"/>
                          </a:solidFill>
                          <a:effectLst/>
                          <a:uLnTx/>
                          <a:uFillTx/>
                          <a:latin typeface="宋体" panose="02010600030101010101" pitchFamily="2" charset="-122"/>
                          <a:ea typeface="微软雅黑"/>
                          <a:cs typeface="+mn-cs"/>
                          <a:sym typeface="+mn-ea"/>
                        </a:rPr>
                        <a:t>无效坐标</a:t>
                      </a:r>
                      <a:endParaRPr lang="en-US" altLang="zh-CN" sz="900" b="0" dirty="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4"/>
                  </a:ext>
                </a:extLst>
              </a:tr>
              <a:tr h="195580">
                <a:tc>
                  <a:txBody>
                    <a:bodyPr/>
                    <a:lstStyle/>
                    <a:p>
                      <a:pPr indent="0">
                        <a:buNone/>
                      </a:pPr>
                      <a:r>
                        <a:rPr lang="en-US" sz="900" b="0">
                          <a:solidFill>
                            <a:srgbClr val="000000"/>
                          </a:solidFill>
                          <a:latin typeface="宋体" panose="02010600030101010101" pitchFamily="2" charset="-122"/>
                        </a:rPr>
                        <a:t>P_LON3</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b="0" dirty="0">
                          <a:solidFill>
                            <a:srgbClr val="000000"/>
                          </a:solidFill>
                          <a:latin typeface="宋体" panose="02010600030101010101" pitchFamily="2" charset="-122"/>
                          <a:sym typeface="+mn-ea"/>
                        </a:rPr>
                        <a:t>无效坐标</a:t>
                      </a:r>
                      <a:endParaRPr lang="en-US" altLang="zh-CN" sz="900" b="0" dirty="0">
                        <a:solidFill>
                          <a:srgbClr val="000000"/>
                        </a:solidFill>
                        <a:latin typeface="宋体" panose="02010600030101010101" pitchFamily="2" charset="-122"/>
                        <a:sym typeface="+mn-ea"/>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5"/>
                  </a:ext>
                </a:extLst>
              </a:tr>
              <a:tr h="195580">
                <a:tc>
                  <a:txBody>
                    <a:bodyPr/>
                    <a:lstStyle/>
                    <a:p>
                      <a:pPr indent="0">
                        <a:buNone/>
                      </a:pPr>
                      <a:r>
                        <a:rPr lang="en-US" sz="900" b="0">
                          <a:solidFill>
                            <a:srgbClr val="000000"/>
                          </a:solidFill>
                          <a:latin typeface="宋体" panose="02010600030101010101" pitchFamily="2" charset="-122"/>
                        </a:rPr>
                        <a:t>P_LAT4</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b="0" dirty="0">
                          <a:solidFill>
                            <a:schemeClr val="tx1"/>
                          </a:solidFill>
                          <a:latin typeface="宋体" panose="02010600030101010101" pitchFamily="2" charset="-122"/>
                        </a:rPr>
                        <a:t>无效坐标</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6"/>
                  </a:ext>
                </a:extLst>
              </a:tr>
              <a:tr h="201295">
                <a:tc>
                  <a:txBody>
                    <a:bodyPr/>
                    <a:lstStyle/>
                    <a:p>
                      <a:pPr indent="0">
                        <a:buNone/>
                      </a:pPr>
                      <a:r>
                        <a:rPr lang="en-US" sz="900" b="0">
                          <a:solidFill>
                            <a:srgbClr val="000000"/>
                          </a:solidFill>
                          <a:latin typeface="宋体" panose="02010600030101010101" pitchFamily="2" charset="-122"/>
                        </a:rPr>
                        <a:t>P_LON4</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chemeClr val="tx1"/>
                          </a:solidFill>
                          <a:latin typeface="宋体" panose="02010600030101010101" pitchFamily="2" charset="-122"/>
                          <a:sym typeface="+mn-ea"/>
                        </a:rPr>
                        <a:t>无效坐标</a:t>
                      </a:r>
                      <a:endParaRPr lang="en-US" altLang="en-US" sz="900" b="0">
                        <a:solidFill>
                          <a:schemeClr val="tx1"/>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7"/>
                  </a:ext>
                </a:extLst>
              </a:tr>
              <a:tr h="195580">
                <a:tc>
                  <a:txBody>
                    <a:bodyPr/>
                    <a:lstStyle/>
                    <a:p>
                      <a:pPr indent="0">
                        <a:buNone/>
                      </a:pPr>
                      <a:r>
                        <a:rPr lang="en-US" sz="900" b="0">
                          <a:solidFill>
                            <a:srgbClr val="000000"/>
                          </a:solidFill>
                          <a:latin typeface="宋体" panose="02010600030101010101" pitchFamily="2" charset="-122"/>
                        </a:rPr>
                        <a:t>P_LAT5</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a:solidFill>
                            <a:schemeClr val="tx1"/>
                          </a:solidFill>
                          <a:latin typeface="宋体" panose="02010600030101010101" pitchFamily="2" charset="-122"/>
                          <a:sym typeface="+mn-ea"/>
                        </a:rPr>
                        <a:t>无效坐标</a:t>
                      </a:r>
                      <a:endParaRPr lang="zh-CN" altLang="en-US" sz="900" b="0">
                        <a:solidFill>
                          <a:schemeClr val="tx1"/>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8"/>
                  </a:ext>
                </a:extLst>
              </a:tr>
              <a:tr h="195580">
                <a:tc>
                  <a:txBody>
                    <a:bodyPr/>
                    <a:lstStyle/>
                    <a:p>
                      <a:pPr indent="0">
                        <a:buNone/>
                      </a:pPr>
                      <a:r>
                        <a:rPr lang="en-US" sz="900" b="0">
                          <a:solidFill>
                            <a:srgbClr val="000000"/>
                          </a:solidFill>
                          <a:latin typeface="宋体" panose="02010600030101010101" pitchFamily="2" charset="-122"/>
                        </a:rPr>
                        <a:t>P_LON5</a:t>
                      </a:r>
                      <a:endParaRPr lang="en-US" altLang="en-US" sz="900" b="0">
                        <a:solidFill>
                          <a:srgbClr val="00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r>
                        <a:rPr lang="zh-CN" altLang="en-US" sz="900" dirty="0">
                          <a:solidFill>
                            <a:schemeClr val="tx1"/>
                          </a:solidFill>
                          <a:latin typeface="宋体" panose="02010600030101010101" pitchFamily="2" charset="-122"/>
                          <a:sym typeface="+mn-ea"/>
                        </a:rPr>
                        <a:t>无效坐标</a:t>
                      </a:r>
                      <a:endParaRPr lang="en-US" altLang="en-US" sz="900" b="0" dirty="0">
                        <a:solidFill>
                          <a:schemeClr val="tx1"/>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09"/>
                  </a:ext>
                </a:extLst>
              </a:tr>
              <a:tr h="195580">
                <a:tc>
                  <a:txBody>
                    <a:bodyPr/>
                    <a:lstStyle/>
                    <a:p>
                      <a:pPr indent="0">
                        <a:buNone/>
                      </a:pPr>
                      <a:r>
                        <a:rPr lang="en-US" altLang="zh-CN" sz="900" b="0">
                          <a:solidFill>
                            <a:srgbClr val="000000"/>
                          </a:solidFill>
                          <a:latin typeface="宋体" panose="02010600030101010101" pitchFamily="2" charset="-122"/>
                        </a:rPr>
                        <a:t>...</a:t>
                      </a: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tc>
                  <a:txBody>
                    <a:bodyPr/>
                    <a:lstStyle/>
                    <a:p>
                      <a:pPr indent="0">
                        <a:buNone/>
                      </a:pPr>
                      <a:endParaRPr lang="en-US" altLang="en-US" sz="900" b="0" dirty="0">
                        <a:solidFill>
                          <a:srgbClr val="FF0000"/>
                        </a:solidFill>
                        <a:latin typeface="宋体" panose="02010600030101010101" pitchFamily="2" charset="-122"/>
                      </a:endParaRPr>
                    </a:p>
                  </a:txBody>
                  <a:tcPr marL="12700" marR="12700" marT="12700">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C5E0B4"/>
                    </a:solidFill>
                  </a:tcPr>
                </a:tc>
                <a:extLst>
                  <a:ext uri="{0D108BD9-81ED-4DB2-BD59-A6C34878D82A}">
                    <a16:rowId xmlns:a16="http://schemas.microsoft.com/office/drawing/2014/main" val="10010"/>
                  </a:ext>
                </a:extLst>
              </a:tr>
            </a:tbl>
          </a:graphicData>
        </a:graphic>
      </p:graphicFrame>
      <p:cxnSp>
        <p:nvCxnSpPr>
          <p:cNvPr id="127" name="直接箭头连接符 126">
            <a:extLst>
              <a:ext uri="{FF2B5EF4-FFF2-40B4-BE49-F238E27FC236}">
                <a16:creationId xmlns:a16="http://schemas.microsoft.com/office/drawing/2014/main" id="{0CAB6C21-7095-4518-88CB-6D7A1FFEF0A8}"/>
              </a:ext>
            </a:extLst>
          </p:cNvPr>
          <p:cNvCxnSpPr/>
          <p:nvPr/>
        </p:nvCxnSpPr>
        <p:spPr>
          <a:xfrm flipV="1">
            <a:off x="1862141" y="1955942"/>
            <a:ext cx="692785" cy="88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07A9B67E-0495-4102-A729-DC83969D3CB1}"/>
              </a:ext>
            </a:extLst>
          </p:cNvPr>
          <p:cNvCxnSpPr/>
          <p:nvPr/>
        </p:nvCxnSpPr>
        <p:spPr>
          <a:xfrm flipV="1">
            <a:off x="1862141" y="3493277"/>
            <a:ext cx="692785" cy="88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矩形 131">
            <a:extLst>
              <a:ext uri="{FF2B5EF4-FFF2-40B4-BE49-F238E27FC236}">
                <a16:creationId xmlns:a16="http://schemas.microsoft.com/office/drawing/2014/main" id="{BD666ABF-CCAB-4FD7-9C67-AA7A42E06218}"/>
              </a:ext>
            </a:extLst>
          </p:cNvPr>
          <p:cNvSpPr/>
          <p:nvPr/>
        </p:nvSpPr>
        <p:spPr>
          <a:xfrm>
            <a:off x="11200130" y="1453522"/>
            <a:ext cx="721995" cy="3186430"/>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a:extLst>
              <a:ext uri="{FF2B5EF4-FFF2-40B4-BE49-F238E27FC236}">
                <a16:creationId xmlns:a16="http://schemas.microsoft.com/office/drawing/2014/main" id="{C1D0E32C-0B2B-4867-BE54-01095E0C47CF}"/>
              </a:ext>
            </a:extLst>
          </p:cNvPr>
          <p:cNvSpPr/>
          <p:nvPr/>
        </p:nvSpPr>
        <p:spPr>
          <a:xfrm>
            <a:off x="2584841" y="4435103"/>
            <a:ext cx="699669" cy="432197"/>
          </a:xfrm>
          <a:prstGeom prst="rect">
            <a:avLst/>
          </a:prstGeom>
          <a:solidFill>
            <a:schemeClr val="bg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a:solidFill>
                  <a:schemeClr val="tx1"/>
                </a:solidFill>
                <a:latin typeface="+mj-lt"/>
              </a:rPr>
              <a:t>B</a:t>
            </a:r>
            <a:endParaRPr lang="en-US" altLang="zh-CN" sz="800" dirty="0">
              <a:solidFill>
                <a:schemeClr val="tx1"/>
              </a:solidFill>
              <a:latin typeface="+mj-lt"/>
            </a:endParaRPr>
          </a:p>
          <a:p>
            <a:pPr algn="ctr"/>
            <a:r>
              <a:rPr lang="en-US" altLang="zh-CN" sz="800" dirty="0">
                <a:solidFill>
                  <a:schemeClr val="tx1"/>
                </a:solidFill>
                <a:latin typeface="+mj-lt"/>
              </a:rPr>
              <a:t>Pattern</a:t>
            </a:r>
            <a:endParaRPr lang="zh-CN" altLang="en-US" sz="800" dirty="0">
              <a:solidFill>
                <a:schemeClr val="tx1"/>
              </a:solidFill>
              <a:latin typeface="+mj-lt"/>
            </a:endParaRPr>
          </a:p>
        </p:txBody>
      </p:sp>
      <p:cxnSp>
        <p:nvCxnSpPr>
          <p:cNvPr id="136" name="直接箭头连接符 135">
            <a:extLst>
              <a:ext uri="{FF2B5EF4-FFF2-40B4-BE49-F238E27FC236}">
                <a16:creationId xmlns:a16="http://schemas.microsoft.com/office/drawing/2014/main" id="{CAFD32A3-1FA1-4419-8D56-756A41C333FE}"/>
              </a:ext>
            </a:extLst>
          </p:cNvPr>
          <p:cNvCxnSpPr>
            <a:cxnSpLocks/>
          </p:cNvCxnSpPr>
          <p:nvPr/>
        </p:nvCxnSpPr>
        <p:spPr>
          <a:xfrm>
            <a:off x="3371906" y="4622634"/>
            <a:ext cx="22087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肘形连接符 81">
            <a:extLst>
              <a:ext uri="{FF2B5EF4-FFF2-40B4-BE49-F238E27FC236}">
                <a16:creationId xmlns:a16="http://schemas.microsoft.com/office/drawing/2014/main" id="{33E1F4DE-0116-4FBC-8407-792DC4C48FA3}"/>
              </a:ext>
            </a:extLst>
          </p:cNvPr>
          <p:cNvCxnSpPr>
            <a:cxnSpLocks/>
            <a:stCxn id="67" idx="3"/>
          </p:cNvCxnSpPr>
          <p:nvPr/>
        </p:nvCxnSpPr>
        <p:spPr>
          <a:xfrm flipV="1">
            <a:off x="3269978" y="1491846"/>
            <a:ext cx="7939995" cy="1250125"/>
          </a:xfrm>
          <a:prstGeom prst="bentConnector3">
            <a:avLst>
              <a:gd name="adj1" fmla="val 2103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肘形连接符 20">
            <a:extLst>
              <a:ext uri="{FF2B5EF4-FFF2-40B4-BE49-F238E27FC236}">
                <a16:creationId xmlns:a16="http://schemas.microsoft.com/office/drawing/2014/main" id="{B768E04C-7DBC-4D7E-82E1-419F057D93B6}"/>
              </a:ext>
            </a:extLst>
          </p:cNvPr>
          <p:cNvCxnSpPr>
            <a:cxnSpLocks/>
            <a:stCxn id="108" idx="3"/>
            <a:endCxn id="66" idx="1"/>
          </p:cNvCxnSpPr>
          <p:nvPr/>
        </p:nvCxnSpPr>
        <p:spPr>
          <a:xfrm flipV="1">
            <a:off x="7905573" y="4595147"/>
            <a:ext cx="663607" cy="89253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テキスト ボックス 72">
            <a:extLst>
              <a:ext uri="{FF2B5EF4-FFF2-40B4-BE49-F238E27FC236}">
                <a16:creationId xmlns:a16="http://schemas.microsoft.com/office/drawing/2014/main" id="{D78C2229-C6DB-493A-80FD-6EF727BCAD7C}"/>
              </a:ext>
            </a:extLst>
          </p:cNvPr>
          <p:cNvSpPr txBox="1"/>
          <p:nvPr/>
        </p:nvSpPr>
        <p:spPr>
          <a:xfrm>
            <a:off x="215543" y="946483"/>
            <a:ext cx="9015293" cy="323165"/>
          </a:xfrm>
          <a:prstGeom prst="rect">
            <a:avLst/>
          </a:prstGeom>
          <a:noFill/>
        </p:spPr>
        <p:txBody>
          <a:bodyPr wrap="square" rtlCol="0">
            <a:spAutoFit/>
          </a:bodyPr>
          <a:lstStyle/>
          <a:p>
            <a:r>
              <a:rPr lang="en-US" altLang="zh-CN" sz="1500" dirty="0">
                <a:latin typeface="+mn-ea"/>
              </a:rPr>
              <a:t>19MC</a:t>
            </a:r>
            <a:r>
              <a:rPr lang="zh-CN" altLang="en-US" sz="1500" dirty="0">
                <a:latin typeface="+mn-ea"/>
              </a:rPr>
              <a:t>改紧急通报的</a:t>
            </a:r>
            <a:r>
              <a:rPr lang="en-US" altLang="zh-CN" sz="1500" dirty="0" err="1">
                <a:latin typeface="+mn-ea"/>
              </a:rPr>
              <a:t>Bpattern</a:t>
            </a:r>
            <a:r>
              <a:rPr lang="zh-CN" altLang="en-US" sz="1500" dirty="0">
                <a:latin typeface="+mn-ea"/>
              </a:rPr>
              <a:t>处理流用</a:t>
            </a:r>
            <a:r>
              <a:rPr lang="en-US" altLang="zh-CN" sz="1500" dirty="0">
                <a:latin typeface="+mn-ea"/>
              </a:rPr>
              <a:t>19MC</a:t>
            </a:r>
            <a:r>
              <a:rPr lang="zh-CN" altLang="en-US" sz="1500" dirty="0">
                <a:latin typeface="+mn-ea"/>
              </a:rPr>
              <a:t>逻辑，</a:t>
            </a:r>
            <a:r>
              <a:rPr lang="en-US" altLang="zh-CN" sz="1500" dirty="0" err="1">
                <a:latin typeface="+mn-ea"/>
              </a:rPr>
              <a:t>Dpattern</a:t>
            </a:r>
            <a:r>
              <a:rPr lang="zh-CN" altLang="en-US" sz="1500" dirty="0">
                <a:latin typeface="+mn-ea"/>
              </a:rPr>
              <a:t>直接透传给</a:t>
            </a:r>
            <a:r>
              <a:rPr lang="en-US" altLang="zh-CN" sz="1500" dirty="0">
                <a:latin typeface="+mn-ea"/>
              </a:rPr>
              <a:t>ECDP</a:t>
            </a:r>
            <a:r>
              <a:rPr lang="zh-CN" altLang="en-US" sz="1500" dirty="0">
                <a:latin typeface="+mn-ea"/>
              </a:rPr>
              <a:t>系统。</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正方形/長方形 74">
            <a:extLst>
              <a:ext uri="{FF2B5EF4-FFF2-40B4-BE49-F238E27FC236}">
                <a16:creationId xmlns:a16="http://schemas.microsoft.com/office/drawing/2014/main" id="{889D140B-33A2-4CD8-8D61-3D6A3B13A850}"/>
              </a:ext>
            </a:extLst>
          </p:cNvPr>
          <p:cNvSpPr/>
          <p:nvPr/>
        </p:nvSpPr>
        <p:spPr>
          <a:xfrm>
            <a:off x="3129710" y="3339116"/>
            <a:ext cx="2813150" cy="2489202"/>
          </a:xfrm>
          <a:prstGeom prst="rect">
            <a:avLst/>
          </a:prstGeom>
          <a:solidFill>
            <a:schemeClr val="accent2">
              <a:lumMod val="20000"/>
              <a:lumOff val="80000"/>
            </a:schemeClr>
          </a:solid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 name="テキスト ボックス 4"/>
          <p:cNvSpPr txBox="1"/>
          <p:nvPr/>
        </p:nvSpPr>
        <p:spPr>
          <a:xfrm>
            <a:off x="233504" y="399294"/>
            <a:ext cx="5592237" cy="461665"/>
          </a:xfrm>
          <a:prstGeom prst="rect">
            <a:avLst/>
          </a:prstGeom>
          <a:noFill/>
        </p:spPr>
        <p:txBody>
          <a:bodyPr wrap="none" rtlCol="0">
            <a:spAutoFit/>
          </a:bodyPr>
          <a:lstStyle/>
          <a:p>
            <a:r>
              <a:rPr kumimoji="1" lang="en-US" altLang="zh-CN" sz="2400" dirty="0"/>
              <a:t>5. </a:t>
            </a:r>
            <a:r>
              <a:rPr lang="en-US" altLang="zh-CN" sz="2400" dirty="0">
                <a:latin typeface="+mn-ea"/>
              </a:rPr>
              <a:t>19MC</a:t>
            </a:r>
            <a:r>
              <a:rPr lang="zh-CN" altLang="en-US" sz="2400" dirty="0">
                <a:latin typeface="+mn-ea"/>
              </a:rPr>
              <a:t>改</a:t>
            </a:r>
            <a:r>
              <a:rPr lang="en-US" altLang="zh-CN" sz="2400" dirty="0">
                <a:latin typeface="+mn-ea"/>
              </a:rPr>
              <a:t>-</a:t>
            </a:r>
            <a:r>
              <a:rPr lang="zh-CN" altLang="en-US" sz="2400" dirty="0">
                <a:latin typeface="+mn-ea"/>
              </a:rPr>
              <a:t>紧急通报</a:t>
            </a:r>
            <a:r>
              <a:rPr lang="en-US" altLang="zh-CN" sz="2400" dirty="0" err="1">
                <a:latin typeface="+mn-ea"/>
              </a:rPr>
              <a:t>PatternD</a:t>
            </a:r>
            <a:r>
              <a:rPr lang="zh-CN" altLang="en-US" sz="2400" dirty="0">
                <a:latin typeface="+mn-ea"/>
              </a:rPr>
              <a:t>处理概述</a:t>
            </a:r>
            <a:endParaRPr kumimoji="1" lang="zh-CN" altLang="en-US" sz="2400" dirty="0"/>
          </a:p>
        </p:txBody>
      </p:sp>
      <p:sp>
        <p:nvSpPr>
          <p:cNvPr id="107" name="矩形 106"/>
          <p:cNvSpPr/>
          <p:nvPr/>
        </p:nvSpPr>
        <p:spPr>
          <a:xfrm>
            <a:off x="8737445" y="4585397"/>
            <a:ext cx="3413533" cy="17567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200" b="1" dirty="0">
                <a:solidFill>
                  <a:schemeClr val="tx1"/>
                </a:solidFill>
                <a:latin typeface="+mj-lt"/>
                <a:ea typeface="+mj-lt"/>
                <a:cs typeface="+mj-lt"/>
              </a:rPr>
              <a:t>*2</a:t>
            </a:r>
            <a:r>
              <a:rPr lang="zh-CN" altLang="en-US" sz="1200" b="1" dirty="0">
                <a:solidFill>
                  <a:schemeClr val="tx1"/>
                </a:solidFill>
                <a:latin typeface="+mj-lt"/>
                <a:ea typeface="+mj-lt"/>
                <a:cs typeface="+mj-lt"/>
              </a:rPr>
              <a:t>：</a:t>
            </a:r>
            <a:r>
              <a:rPr lang="zh-CN" altLang="en-US" sz="1200" dirty="0">
                <a:solidFill>
                  <a:schemeClr val="tx1"/>
                </a:solidFill>
                <a:latin typeface="+mj-lt"/>
                <a:ea typeface="+mj-lt"/>
                <a:cs typeface="+mj-lt"/>
              </a:rPr>
              <a:t>响应</a:t>
            </a:r>
            <a:r>
              <a:rPr lang="en-US" altLang="zh-CN" sz="1200" dirty="0">
                <a:solidFill>
                  <a:schemeClr val="tx1"/>
                </a:solidFill>
                <a:latin typeface="+mj-lt"/>
                <a:ea typeface="+mj-lt"/>
                <a:cs typeface="+mj-lt"/>
              </a:rPr>
              <a:t>Header</a:t>
            </a:r>
            <a:r>
              <a:rPr lang="zh-CN" altLang="en-US" sz="1200" dirty="0">
                <a:solidFill>
                  <a:schemeClr val="tx1"/>
                </a:solidFill>
                <a:latin typeface="+mj-lt"/>
                <a:ea typeface="+mj-lt"/>
                <a:cs typeface="+mj-lt"/>
              </a:rPr>
              <a:t>进行下记小写变换为大写处理</a:t>
            </a:r>
            <a:endParaRPr lang="en-US" altLang="zh-CN" sz="1200" dirty="0">
              <a:solidFill>
                <a:schemeClr val="tx1"/>
              </a:solidFill>
              <a:latin typeface="+mj-lt"/>
              <a:ea typeface="+mj-lt"/>
              <a:cs typeface="+mj-lt"/>
            </a:endParaRPr>
          </a:p>
          <a:p>
            <a:pPr algn="ctr"/>
            <a:endParaRPr lang="en-US" altLang="zh-CN" sz="1200" dirty="0">
              <a:solidFill>
                <a:schemeClr val="tx1"/>
              </a:solidFill>
              <a:latin typeface="+mj-lt"/>
              <a:ea typeface="+mj-lt"/>
              <a:cs typeface="+mj-lt"/>
            </a:endParaRPr>
          </a:p>
        </p:txBody>
      </p:sp>
      <p:cxnSp>
        <p:nvCxnSpPr>
          <p:cNvPr id="23" name="直接箭头连接符 22"/>
          <p:cNvCxnSpPr>
            <a:cxnSpLocks/>
          </p:cNvCxnSpPr>
          <p:nvPr/>
        </p:nvCxnSpPr>
        <p:spPr>
          <a:xfrm>
            <a:off x="1733500" y="4134085"/>
            <a:ext cx="131510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cxnSpLocks/>
          </p:cNvCxnSpPr>
          <p:nvPr/>
        </p:nvCxnSpPr>
        <p:spPr>
          <a:xfrm flipH="1">
            <a:off x="1733501" y="5235002"/>
            <a:ext cx="131510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7F2EB427-4D07-4A48-A11E-0B2CF86D7CDD}"/>
              </a:ext>
            </a:extLst>
          </p:cNvPr>
          <p:cNvSpPr/>
          <p:nvPr/>
        </p:nvSpPr>
        <p:spPr>
          <a:xfrm>
            <a:off x="3215407" y="3485596"/>
            <a:ext cx="2604406" cy="2206142"/>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857C6E66-F515-40A0-8AEF-2A262FDAD84C}"/>
              </a:ext>
            </a:extLst>
          </p:cNvPr>
          <p:cNvSpPr/>
          <p:nvPr/>
        </p:nvSpPr>
        <p:spPr>
          <a:xfrm>
            <a:off x="3048606" y="3462495"/>
            <a:ext cx="1367747" cy="2798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紧急通报处理</a:t>
            </a:r>
          </a:p>
        </p:txBody>
      </p:sp>
      <p:sp>
        <p:nvSpPr>
          <p:cNvPr id="65" name="矩形 64">
            <a:extLst>
              <a:ext uri="{FF2B5EF4-FFF2-40B4-BE49-F238E27FC236}">
                <a16:creationId xmlns:a16="http://schemas.microsoft.com/office/drawing/2014/main" id="{6A1CEBCF-2E7B-4731-8DFA-6B77BB92B44D}"/>
              </a:ext>
            </a:extLst>
          </p:cNvPr>
          <p:cNvSpPr/>
          <p:nvPr/>
        </p:nvSpPr>
        <p:spPr>
          <a:xfrm>
            <a:off x="147153" y="3501455"/>
            <a:ext cx="1248397" cy="24506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车认处理</a:t>
            </a:r>
          </a:p>
        </p:txBody>
      </p:sp>
      <p:sp>
        <p:nvSpPr>
          <p:cNvPr id="67" name="矩形 66">
            <a:extLst>
              <a:ext uri="{FF2B5EF4-FFF2-40B4-BE49-F238E27FC236}">
                <a16:creationId xmlns:a16="http://schemas.microsoft.com/office/drawing/2014/main" id="{B574B2A4-E0ED-41FE-A95A-A3C3DC5962B7}"/>
              </a:ext>
            </a:extLst>
          </p:cNvPr>
          <p:cNvSpPr/>
          <p:nvPr/>
        </p:nvSpPr>
        <p:spPr>
          <a:xfrm>
            <a:off x="401150" y="3485596"/>
            <a:ext cx="1238970" cy="2206142"/>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228E7A43-BB48-4D70-9820-892BC62E9AC7}"/>
              </a:ext>
            </a:extLst>
          </p:cNvPr>
          <p:cNvSpPr/>
          <p:nvPr/>
        </p:nvSpPr>
        <p:spPr>
          <a:xfrm>
            <a:off x="555265" y="3999099"/>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分发送信</a:t>
            </a:r>
          </a:p>
        </p:txBody>
      </p:sp>
      <p:sp>
        <p:nvSpPr>
          <p:cNvPr id="76" name="矩形 75">
            <a:extLst>
              <a:ext uri="{FF2B5EF4-FFF2-40B4-BE49-F238E27FC236}">
                <a16:creationId xmlns:a16="http://schemas.microsoft.com/office/drawing/2014/main" id="{103A6DCE-764F-445E-AA1E-A415E1E79C5C}"/>
              </a:ext>
            </a:extLst>
          </p:cNvPr>
          <p:cNvSpPr/>
          <p:nvPr/>
        </p:nvSpPr>
        <p:spPr>
          <a:xfrm>
            <a:off x="544436" y="5112472"/>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接收应答</a:t>
            </a:r>
          </a:p>
        </p:txBody>
      </p:sp>
      <p:cxnSp>
        <p:nvCxnSpPr>
          <p:cNvPr id="78" name="直接箭头连接符 77">
            <a:extLst>
              <a:ext uri="{FF2B5EF4-FFF2-40B4-BE49-F238E27FC236}">
                <a16:creationId xmlns:a16="http://schemas.microsoft.com/office/drawing/2014/main" id="{8B734A8B-B610-4B7F-8A51-A322A1CCF197}"/>
              </a:ext>
            </a:extLst>
          </p:cNvPr>
          <p:cNvCxnSpPr>
            <a:cxnSpLocks/>
          </p:cNvCxnSpPr>
          <p:nvPr/>
        </p:nvCxnSpPr>
        <p:spPr>
          <a:xfrm>
            <a:off x="6033474" y="4089391"/>
            <a:ext cx="132182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D42A3D6D-A960-4F40-A0DD-DD2A31EC41F3}"/>
              </a:ext>
            </a:extLst>
          </p:cNvPr>
          <p:cNvCxnSpPr>
            <a:cxnSpLocks/>
          </p:cNvCxnSpPr>
          <p:nvPr/>
        </p:nvCxnSpPr>
        <p:spPr>
          <a:xfrm flipH="1">
            <a:off x="6033474" y="5210908"/>
            <a:ext cx="132182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A72546A-E028-4D0F-B314-071E34C01ED0}"/>
              </a:ext>
            </a:extLst>
          </p:cNvPr>
          <p:cNvSpPr/>
          <p:nvPr/>
        </p:nvSpPr>
        <p:spPr>
          <a:xfrm>
            <a:off x="4664481" y="3985389"/>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转发</a:t>
            </a:r>
            <a:r>
              <a:rPr lang="en-US" altLang="zh-CN" sz="1100" baseline="30000" dirty="0">
                <a:solidFill>
                  <a:srgbClr val="000000"/>
                </a:solidFill>
                <a:latin typeface="+mn-ea"/>
              </a:rPr>
              <a:t>*1</a:t>
            </a:r>
            <a:endParaRPr lang="zh-CN" altLang="en-US" sz="1100" dirty="0">
              <a:solidFill>
                <a:schemeClr val="tx1"/>
              </a:solidFill>
              <a:latin typeface="+mj-lt"/>
            </a:endParaRPr>
          </a:p>
        </p:txBody>
      </p:sp>
      <p:sp>
        <p:nvSpPr>
          <p:cNvPr id="86" name="矩形 85">
            <a:extLst>
              <a:ext uri="{FF2B5EF4-FFF2-40B4-BE49-F238E27FC236}">
                <a16:creationId xmlns:a16="http://schemas.microsoft.com/office/drawing/2014/main" id="{D00D75C3-6083-4B6D-A239-377605CF719A}"/>
              </a:ext>
            </a:extLst>
          </p:cNvPr>
          <p:cNvSpPr/>
          <p:nvPr/>
        </p:nvSpPr>
        <p:spPr>
          <a:xfrm>
            <a:off x="4664480" y="5112471"/>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接收应答</a:t>
            </a:r>
          </a:p>
        </p:txBody>
      </p:sp>
      <p:pic>
        <p:nvPicPr>
          <p:cNvPr id="87" name="図 7">
            <a:extLst>
              <a:ext uri="{FF2B5EF4-FFF2-40B4-BE49-F238E27FC236}">
                <a16:creationId xmlns:a16="http://schemas.microsoft.com/office/drawing/2014/main" id="{A72278ED-E5A4-443D-82A1-8742914255D6}"/>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749008" y="4305482"/>
            <a:ext cx="660513" cy="538719"/>
          </a:xfrm>
          <a:prstGeom prst="rect">
            <a:avLst/>
          </a:prstGeom>
        </p:spPr>
      </p:pic>
      <p:sp>
        <p:nvSpPr>
          <p:cNvPr id="88" name="テキスト ボックス 8">
            <a:extLst>
              <a:ext uri="{FF2B5EF4-FFF2-40B4-BE49-F238E27FC236}">
                <a16:creationId xmlns:a16="http://schemas.microsoft.com/office/drawing/2014/main" id="{91AEDC5F-5CFF-4839-B100-986BC7B2BE15}"/>
              </a:ext>
            </a:extLst>
          </p:cNvPr>
          <p:cNvSpPr txBox="1"/>
          <p:nvPr>
            <p:custDataLst>
              <p:tags r:id="rId2"/>
            </p:custDataLst>
          </p:nvPr>
        </p:nvSpPr>
        <p:spPr>
          <a:xfrm>
            <a:off x="7542903" y="3452708"/>
            <a:ext cx="583814" cy="276999"/>
          </a:xfrm>
          <a:prstGeom prst="rect">
            <a:avLst/>
          </a:prstGeom>
          <a:noFill/>
        </p:spPr>
        <p:txBody>
          <a:bodyPr wrap="none" rtlCol="0" anchor="ctr">
            <a:spAutoFit/>
          </a:bodyPr>
          <a:lstStyle/>
          <a:p>
            <a:pPr>
              <a:lnSpc>
                <a:spcPct val="100000"/>
              </a:lnSpc>
            </a:pPr>
            <a:r>
              <a:rPr lang="en-US" altLang="zh-CN" sz="1200" dirty="0">
                <a:solidFill>
                  <a:schemeClr val="tx1"/>
                </a:solidFill>
                <a:latin typeface="+mn-ea"/>
              </a:rPr>
              <a:t>ECDP</a:t>
            </a:r>
            <a:endParaRPr lang="en-US" altLang="ja-JP" sz="1200" dirty="0">
              <a:solidFill>
                <a:schemeClr val="tx1"/>
              </a:solidFill>
              <a:latin typeface="+mn-ea"/>
            </a:endParaRPr>
          </a:p>
        </p:txBody>
      </p:sp>
      <p:sp>
        <p:nvSpPr>
          <p:cNvPr id="89" name="矩形 88">
            <a:extLst>
              <a:ext uri="{FF2B5EF4-FFF2-40B4-BE49-F238E27FC236}">
                <a16:creationId xmlns:a16="http://schemas.microsoft.com/office/drawing/2014/main" id="{D35F90D4-E155-4162-AB14-F051CF31290D}"/>
              </a:ext>
            </a:extLst>
          </p:cNvPr>
          <p:cNvSpPr/>
          <p:nvPr/>
        </p:nvSpPr>
        <p:spPr>
          <a:xfrm>
            <a:off x="3421256" y="3985809"/>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受信</a:t>
            </a:r>
          </a:p>
        </p:txBody>
      </p:sp>
      <p:sp>
        <p:nvSpPr>
          <p:cNvPr id="92" name="矩形 91">
            <a:extLst>
              <a:ext uri="{FF2B5EF4-FFF2-40B4-BE49-F238E27FC236}">
                <a16:creationId xmlns:a16="http://schemas.microsoft.com/office/drawing/2014/main" id="{C8BC6DED-EBB9-43EF-93C9-DC4678333646}"/>
              </a:ext>
            </a:extLst>
          </p:cNvPr>
          <p:cNvSpPr/>
          <p:nvPr/>
        </p:nvSpPr>
        <p:spPr>
          <a:xfrm>
            <a:off x="3449186" y="5116659"/>
            <a:ext cx="942967" cy="24506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j-lt"/>
              </a:rPr>
              <a:t>返回应答</a:t>
            </a:r>
            <a:r>
              <a:rPr lang="en-US" altLang="zh-CN" sz="1100" baseline="30000" dirty="0">
                <a:solidFill>
                  <a:srgbClr val="000000"/>
                </a:solidFill>
                <a:latin typeface="+mn-ea"/>
              </a:rPr>
              <a:t>*2</a:t>
            </a:r>
            <a:endParaRPr lang="zh-CN" altLang="en-US" sz="1100" dirty="0">
              <a:solidFill>
                <a:schemeClr val="tx1"/>
              </a:solidFill>
              <a:latin typeface="+mj-lt"/>
            </a:endParaRPr>
          </a:p>
        </p:txBody>
      </p:sp>
      <p:pic>
        <p:nvPicPr>
          <p:cNvPr id="11" name="图片 10">
            <a:extLst>
              <a:ext uri="{FF2B5EF4-FFF2-40B4-BE49-F238E27FC236}">
                <a16:creationId xmlns:a16="http://schemas.microsoft.com/office/drawing/2014/main" id="{21BD1CA7-25E3-44DD-B7EB-CD0CE32D02BF}"/>
              </a:ext>
            </a:extLst>
          </p:cNvPr>
          <p:cNvPicPr>
            <a:picLocks noChangeAspect="1"/>
          </p:cNvPicPr>
          <p:nvPr/>
        </p:nvPicPr>
        <p:blipFill>
          <a:blip r:embed="rId6"/>
          <a:stretch>
            <a:fillRect/>
          </a:stretch>
        </p:blipFill>
        <p:spPr>
          <a:xfrm>
            <a:off x="8823247" y="4882635"/>
            <a:ext cx="3290572" cy="1153077"/>
          </a:xfrm>
          <a:prstGeom prst="rect">
            <a:avLst/>
          </a:prstGeom>
        </p:spPr>
      </p:pic>
      <p:sp>
        <p:nvSpPr>
          <p:cNvPr id="93" name="矩形 92">
            <a:extLst>
              <a:ext uri="{FF2B5EF4-FFF2-40B4-BE49-F238E27FC236}">
                <a16:creationId xmlns:a16="http://schemas.microsoft.com/office/drawing/2014/main" id="{7BAC1191-8253-41E8-9E2B-AF0197A187B9}"/>
              </a:ext>
            </a:extLst>
          </p:cNvPr>
          <p:cNvSpPr/>
          <p:nvPr/>
        </p:nvSpPr>
        <p:spPr>
          <a:xfrm>
            <a:off x="7542903" y="3410313"/>
            <a:ext cx="938384" cy="2206142"/>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テキスト ボックス 72">
            <a:extLst>
              <a:ext uri="{FF2B5EF4-FFF2-40B4-BE49-F238E27FC236}">
                <a16:creationId xmlns:a16="http://schemas.microsoft.com/office/drawing/2014/main" id="{0B6AC1AC-9A81-47C4-BF67-9935CB3D9CA1}"/>
              </a:ext>
            </a:extLst>
          </p:cNvPr>
          <p:cNvSpPr txBox="1"/>
          <p:nvPr/>
        </p:nvSpPr>
        <p:spPr>
          <a:xfrm>
            <a:off x="186552" y="979317"/>
            <a:ext cx="1534770" cy="323165"/>
          </a:xfrm>
          <a:prstGeom prst="rect">
            <a:avLst/>
          </a:prstGeom>
          <a:noFill/>
        </p:spPr>
        <p:txBody>
          <a:bodyPr wrap="square" rtlCol="0">
            <a:spAutoFit/>
          </a:bodyPr>
          <a:lstStyle/>
          <a:p>
            <a:pPr marL="285750" indent="-285750">
              <a:buFont typeface="Wingdings" panose="05000000000000000000" pitchFamily="2" charset="2"/>
              <a:buChar char="n"/>
            </a:pPr>
            <a:r>
              <a:rPr lang="zh-CN" altLang="en-US" sz="1500" dirty="0">
                <a:latin typeface="+mn-ea"/>
              </a:rPr>
              <a:t>概要说明</a:t>
            </a:r>
          </a:p>
        </p:txBody>
      </p:sp>
      <p:sp>
        <p:nvSpPr>
          <p:cNvPr id="97" name="テキスト ボックス 72">
            <a:extLst>
              <a:ext uri="{FF2B5EF4-FFF2-40B4-BE49-F238E27FC236}">
                <a16:creationId xmlns:a16="http://schemas.microsoft.com/office/drawing/2014/main" id="{6B35B074-AC35-4C46-B9E7-A0952F3FA7A6}"/>
              </a:ext>
            </a:extLst>
          </p:cNvPr>
          <p:cNvSpPr txBox="1"/>
          <p:nvPr/>
        </p:nvSpPr>
        <p:spPr>
          <a:xfrm>
            <a:off x="581193" y="1302482"/>
            <a:ext cx="9015293" cy="1246495"/>
          </a:xfrm>
          <a:prstGeom prst="rect">
            <a:avLst/>
          </a:prstGeom>
          <a:noFill/>
        </p:spPr>
        <p:txBody>
          <a:bodyPr wrap="square" rtlCol="0">
            <a:spAutoFit/>
          </a:bodyPr>
          <a:lstStyle/>
          <a:p>
            <a:r>
              <a:rPr lang="en-US" altLang="zh-CN" sz="1500" dirty="0">
                <a:latin typeface="+mn-ea"/>
              </a:rPr>
              <a:t>19MC</a:t>
            </a:r>
            <a:r>
              <a:rPr lang="zh-CN" altLang="en-US" sz="1500" dirty="0">
                <a:latin typeface="+mn-ea"/>
              </a:rPr>
              <a:t>改紧急通报业务主要处理就是将接收的请求进行透传发送给下游系统，其具体步骤如下：</a:t>
            </a:r>
            <a:endParaRPr lang="en-US" altLang="zh-CN" sz="1500" dirty="0">
              <a:latin typeface="+mn-ea"/>
            </a:endParaRPr>
          </a:p>
          <a:p>
            <a:r>
              <a:rPr lang="en-US" altLang="zh-CN" sz="1500" dirty="0">
                <a:latin typeface="+mn-ea"/>
              </a:rPr>
              <a:t>    1. </a:t>
            </a:r>
            <a:r>
              <a:rPr lang="zh-CN" altLang="en-US" sz="1500" dirty="0">
                <a:latin typeface="+mn-ea"/>
              </a:rPr>
              <a:t>接收车认的请求数据，对</a:t>
            </a:r>
            <a:r>
              <a:rPr lang="en-US" altLang="zh-CN" sz="1500" dirty="0">
                <a:latin typeface="+mn-ea"/>
              </a:rPr>
              <a:t>Header</a:t>
            </a:r>
            <a:r>
              <a:rPr lang="zh-CN" altLang="en-US" sz="1500" dirty="0">
                <a:latin typeface="+mn-ea"/>
              </a:rPr>
              <a:t>进行部分删除；</a:t>
            </a:r>
            <a:endParaRPr lang="en-US" altLang="zh-CN" sz="1500" dirty="0">
              <a:latin typeface="+mn-ea"/>
            </a:endParaRPr>
          </a:p>
          <a:p>
            <a:r>
              <a:rPr lang="en-US" altLang="zh-CN" sz="1500" dirty="0">
                <a:latin typeface="+mn-ea"/>
              </a:rPr>
              <a:t>    2. </a:t>
            </a:r>
            <a:r>
              <a:rPr lang="zh-CN" altLang="en-US" sz="1500" dirty="0">
                <a:solidFill>
                  <a:srgbClr val="FF0000"/>
                </a:solidFill>
                <a:latin typeface="+mn-ea"/>
              </a:rPr>
              <a:t>将</a:t>
            </a:r>
            <a:r>
              <a:rPr lang="en-US" altLang="zh-CN" sz="1500" dirty="0">
                <a:solidFill>
                  <a:srgbClr val="FF0000"/>
                </a:solidFill>
                <a:latin typeface="+mn-ea"/>
              </a:rPr>
              <a:t>Content-Type</a:t>
            </a:r>
            <a:r>
              <a:rPr lang="zh-CN" altLang="en-US" sz="1500" dirty="0">
                <a:solidFill>
                  <a:srgbClr val="FF0000"/>
                </a:solidFill>
                <a:latin typeface="+mn-ea"/>
              </a:rPr>
              <a:t>由</a:t>
            </a:r>
            <a:r>
              <a:rPr lang="en-US" altLang="zh-CN" sz="1500" dirty="0">
                <a:solidFill>
                  <a:srgbClr val="FF0000"/>
                </a:solidFill>
                <a:latin typeface="+mn-ea"/>
              </a:rPr>
              <a:t>application/octet-stream</a:t>
            </a:r>
            <a:r>
              <a:rPr lang="zh-CN" altLang="en-US" sz="1500" dirty="0">
                <a:solidFill>
                  <a:srgbClr val="FF0000"/>
                </a:solidFill>
                <a:latin typeface="+mn-ea"/>
              </a:rPr>
              <a:t>替换为</a:t>
            </a:r>
            <a:r>
              <a:rPr lang="en-US" altLang="zh-CN" sz="1500" dirty="0">
                <a:solidFill>
                  <a:srgbClr val="FF0000"/>
                </a:solidFill>
                <a:latin typeface="+mn-ea"/>
              </a:rPr>
              <a:t>application/x-www-form-</a:t>
            </a:r>
            <a:r>
              <a:rPr lang="en-US" altLang="zh-CN" sz="1500" dirty="0" err="1">
                <a:solidFill>
                  <a:srgbClr val="FF0000"/>
                </a:solidFill>
                <a:latin typeface="+mn-ea"/>
              </a:rPr>
              <a:t>urlencoded</a:t>
            </a:r>
            <a:r>
              <a:rPr lang="zh-CN" altLang="en-US" sz="1500" dirty="0">
                <a:latin typeface="+mn-ea"/>
              </a:rPr>
              <a:t>；</a:t>
            </a:r>
            <a:endParaRPr lang="en-US" altLang="zh-CN" sz="1500" dirty="0">
              <a:latin typeface="+mn-ea"/>
            </a:endParaRPr>
          </a:p>
          <a:p>
            <a:r>
              <a:rPr lang="en-US" altLang="zh-CN" sz="1500" dirty="0">
                <a:latin typeface="+mn-ea"/>
              </a:rPr>
              <a:t>    3. </a:t>
            </a:r>
            <a:r>
              <a:rPr lang="zh-CN" altLang="en-US" sz="1500" dirty="0">
                <a:latin typeface="+mn-ea"/>
              </a:rPr>
              <a:t>将请求</a:t>
            </a:r>
            <a:r>
              <a:rPr lang="en-US" altLang="zh-CN" sz="1500" dirty="0">
                <a:latin typeface="+mn-ea"/>
              </a:rPr>
              <a:t>Body</a:t>
            </a:r>
            <a:r>
              <a:rPr lang="zh-CN" altLang="en-US" sz="1500" dirty="0">
                <a:latin typeface="+mn-ea"/>
              </a:rPr>
              <a:t>的二进制数据取出后，设定给转发的</a:t>
            </a:r>
            <a:r>
              <a:rPr lang="en-US" altLang="zh-CN" sz="1500" dirty="0">
                <a:latin typeface="+mn-ea"/>
              </a:rPr>
              <a:t>body</a:t>
            </a:r>
            <a:r>
              <a:rPr lang="zh-CN" altLang="en-US" sz="1500" dirty="0">
                <a:latin typeface="+mn-ea"/>
              </a:rPr>
              <a:t>后，将请求信息转发给</a:t>
            </a:r>
            <a:r>
              <a:rPr lang="en-US" altLang="zh-CN" sz="1500" dirty="0">
                <a:latin typeface="+mn-ea"/>
              </a:rPr>
              <a:t>ECDP</a:t>
            </a:r>
            <a:r>
              <a:rPr lang="zh-CN" altLang="en-US" sz="1500" dirty="0">
                <a:latin typeface="+mn-ea"/>
              </a:rPr>
              <a:t>系统；</a:t>
            </a:r>
            <a:endParaRPr lang="en-US" altLang="zh-CN" sz="1500" dirty="0">
              <a:latin typeface="+mn-ea"/>
            </a:endParaRPr>
          </a:p>
          <a:p>
            <a:r>
              <a:rPr lang="en-US" altLang="zh-CN" sz="1500" dirty="0">
                <a:latin typeface="+mn-ea"/>
              </a:rPr>
              <a:t>    4. </a:t>
            </a:r>
            <a:r>
              <a:rPr lang="zh-CN" altLang="en-US" sz="1500" dirty="0">
                <a:latin typeface="+mn-ea"/>
              </a:rPr>
              <a:t>接收</a:t>
            </a:r>
            <a:r>
              <a:rPr lang="en-US" altLang="zh-CN" sz="1500" dirty="0">
                <a:latin typeface="+mn-ea"/>
              </a:rPr>
              <a:t>ECDP</a:t>
            </a:r>
            <a:r>
              <a:rPr lang="zh-CN" altLang="en-US" sz="1500" dirty="0">
                <a:latin typeface="+mn-ea"/>
              </a:rPr>
              <a:t>返回的应答，将应答</a:t>
            </a:r>
            <a:r>
              <a:rPr lang="en-US" altLang="zh-CN" sz="1500" dirty="0">
                <a:latin typeface="+mn-ea"/>
              </a:rPr>
              <a:t>Header</a:t>
            </a:r>
            <a:r>
              <a:rPr lang="zh-CN" altLang="en-US" sz="1500" dirty="0">
                <a:latin typeface="+mn-ea"/>
              </a:rPr>
              <a:t>的</a:t>
            </a:r>
            <a:r>
              <a:rPr lang="en-US" altLang="zh-CN" sz="1500" dirty="0">
                <a:latin typeface="+mn-ea"/>
              </a:rPr>
              <a:t>Key</a:t>
            </a:r>
            <a:r>
              <a:rPr lang="zh-CN" altLang="en-US" sz="1500" dirty="0">
                <a:latin typeface="+mn-ea"/>
              </a:rPr>
              <a:t>的首字母进行大写变换后，再将应答返回给车认处理。</a:t>
            </a:r>
          </a:p>
        </p:txBody>
      </p:sp>
      <p:sp>
        <p:nvSpPr>
          <p:cNvPr id="26" name="矩形 25">
            <a:extLst>
              <a:ext uri="{FF2B5EF4-FFF2-40B4-BE49-F238E27FC236}">
                <a16:creationId xmlns:a16="http://schemas.microsoft.com/office/drawing/2014/main" id="{528E4AB7-D3D0-4456-9102-5328A1D0E83A}"/>
              </a:ext>
            </a:extLst>
          </p:cNvPr>
          <p:cNvSpPr/>
          <p:nvPr/>
        </p:nvSpPr>
        <p:spPr>
          <a:xfrm>
            <a:off x="8737444" y="2768533"/>
            <a:ext cx="3413533" cy="18076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200" b="1" dirty="0">
                <a:solidFill>
                  <a:schemeClr val="tx1"/>
                </a:solidFill>
                <a:latin typeface="+mn-ea"/>
                <a:cs typeface="+mj-lt"/>
              </a:rPr>
              <a:t>*1</a:t>
            </a:r>
            <a:r>
              <a:rPr lang="zh-CN" altLang="en-US" sz="1200" b="1" dirty="0">
                <a:solidFill>
                  <a:schemeClr val="tx1"/>
                </a:solidFill>
                <a:latin typeface="+mn-ea"/>
                <a:cs typeface="+mj-lt"/>
              </a:rPr>
              <a:t>：</a:t>
            </a:r>
            <a:endParaRPr lang="en-US" altLang="zh-CN" sz="1200" b="1" dirty="0">
              <a:solidFill>
                <a:schemeClr val="tx1"/>
              </a:solidFill>
              <a:latin typeface="+mn-ea"/>
              <a:cs typeface="+mj-lt"/>
            </a:endParaRPr>
          </a:p>
          <a:p>
            <a:r>
              <a:rPr lang="en-US" altLang="zh-CN" sz="1200" dirty="0">
                <a:solidFill>
                  <a:schemeClr val="tx1"/>
                </a:solidFill>
                <a:latin typeface="+mn-ea"/>
                <a:cs typeface="+mj-lt"/>
                <a:sym typeface="+mn-ea"/>
              </a:rPr>
              <a:t>(1)</a:t>
            </a:r>
            <a:r>
              <a:rPr lang="zh-CN" altLang="en-US" sz="1200" dirty="0">
                <a:solidFill>
                  <a:schemeClr val="tx1"/>
                </a:solidFill>
                <a:latin typeface="+mn-ea"/>
                <a:sym typeface="+mn-ea"/>
              </a:rPr>
              <a:t>送信前对一部分</a:t>
            </a:r>
            <a:r>
              <a:rPr lang="en-US" altLang="zh-CN" sz="1200" dirty="0">
                <a:solidFill>
                  <a:schemeClr val="tx1"/>
                </a:solidFill>
                <a:latin typeface="+mn-ea"/>
                <a:sym typeface="+mn-ea"/>
              </a:rPr>
              <a:t>Header</a:t>
            </a:r>
            <a:r>
              <a:rPr lang="zh-CN" altLang="en-US" sz="1200" dirty="0">
                <a:solidFill>
                  <a:schemeClr val="tx1"/>
                </a:solidFill>
                <a:latin typeface="+mn-ea"/>
                <a:sym typeface="+mn-ea"/>
              </a:rPr>
              <a:t>删除：</a:t>
            </a:r>
            <a:endParaRPr lang="en-US" altLang="zh-CN" sz="1200" dirty="0">
              <a:solidFill>
                <a:schemeClr val="tx1"/>
              </a:solidFill>
              <a:latin typeface="+mn-ea"/>
              <a:sym typeface="+mn-ea"/>
            </a:endParaRPr>
          </a:p>
          <a:p>
            <a:r>
              <a:rPr lang="en-US" altLang="zh-CN" sz="1000" dirty="0">
                <a:solidFill>
                  <a:schemeClr val="tx1"/>
                </a:solidFill>
                <a:latin typeface="+mn-ea"/>
                <a:sym typeface="+mn-ea"/>
              </a:rPr>
              <a:t>Content-Encoding</a:t>
            </a:r>
            <a:r>
              <a:rPr lang="zh-CN" altLang="en-US" sz="1000" dirty="0">
                <a:solidFill>
                  <a:schemeClr val="tx1"/>
                </a:solidFill>
                <a:latin typeface="+mn-ea"/>
                <a:sym typeface="+mn-ea"/>
              </a:rPr>
              <a:t>、</a:t>
            </a:r>
            <a:r>
              <a:rPr lang="en-US" altLang="zh-CN" sz="1000" dirty="0">
                <a:solidFill>
                  <a:schemeClr val="tx1"/>
                </a:solidFill>
                <a:latin typeface="+mn-ea"/>
                <a:sym typeface="+mn-ea"/>
              </a:rPr>
              <a:t>Accept-Encoding</a:t>
            </a:r>
            <a:r>
              <a:rPr lang="zh-CN" altLang="en-US" sz="1000" dirty="0">
                <a:solidFill>
                  <a:schemeClr val="tx1"/>
                </a:solidFill>
                <a:latin typeface="+mn-ea"/>
                <a:sym typeface="+mn-ea"/>
              </a:rPr>
              <a:t>、</a:t>
            </a:r>
            <a:r>
              <a:rPr lang="en-US" altLang="zh-CN" sz="1000" dirty="0">
                <a:solidFill>
                  <a:schemeClr val="tx1"/>
                </a:solidFill>
                <a:latin typeface="+mn-ea"/>
                <a:sym typeface="+mn-ea"/>
              </a:rPr>
              <a:t>Content-Length</a:t>
            </a:r>
            <a:r>
              <a:rPr lang="zh-CN" altLang="en-US" sz="1000" dirty="0">
                <a:solidFill>
                  <a:schemeClr val="tx1"/>
                </a:solidFill>
                <a:latin typeface="+mn-ea"/>
                <a:sym typeface="+mn-ea"/>
              </a:rPr>
              <a:t>、</a:t>
            </a:r>
            <a:endParaRPr lang="en-US" altLang="zh-CN" sz="1000" dirty="0">
              <a:solidFill>
                <a:schemeClr val="tx1"/>
              </a:solidFill>
              <a:latin typeface="+mn-ea"/>
              <a:sym typeface="+mn-ea"/>
            </a:endParaRPr>
          </a:p>
          <a:p>
            <a:r>
              <a:rPr lang="en-US" altLang="zh-CN" sz="1000" dirty="0">
                <a:solidFill>
                  <a:schemeClr val="tx1"/>
                </a:solidFill>
                <a:latin typeface="+mn-ea"/>
                <a:sym typeface="+mn-ea"/>
              </a:rPr>
              <a:t>Host</a:t>
            </a:r>
            <a:r>
              <a:rPr lang="zh-CN" altLang="en-US" sz="1000" dirty="0">
                <a:solidFill>
                  <a:schemeClr val="tx1"/>
                </a:solidFill>
                <a:latin typeface="+mn-ea"/>
                <a:sym typeface="+mn-ea"/>
              </a:rPr>
              <a:t>、</a:t>
            </a:r>
            <a:r>
              <a:rPr lang="en-US" altLang="zh-CN" sz="1000" dirty="0">
                <a:solidFill>
                  <a:schemeClr val="tx1"/>
                </a:solidFill>
                <a:latin typeface="+mn-ea"/>
                <a:sym typeface="+mn-ea"/>
              </a:rPr>
              <a:t>Proxy-Connection</a:t>
            </a:r>
            <a:r>
              <a:rPr lang="zh-CN" altLang="en-US" sz="1000" dirty="0">
                <a:solidFill>
                  <a:schemeClr val="tx1"/>
                </a:solidFill>
                <a:latin typeface="+mn-ea"/>
                <a:sym typeface="+mn-ea"/>
              </a:rPr>
              <a:t>、</a:t>
            </a:r>
            <a:r>
              <a:rPr lang="en-US" altLang="zh-CN" sz="1000" dirty="0">
                <a:solidFill>
                  <a:schemeClr val="tx1"/>
                </a:solidFill>
                <a:latin typeface="+mn-ea"/>
                <a:sym typeface="+mn-ea"/>
              </a:rPr>
              <a:t>Cache-Control</a:t>
            </a:r>
            <a:r>
              <a:rPr lang="zh-CN" altLang="en-US" sz="1000" dirty="0">
                <a:solidFill>
                  <a:schemeClr val="tx1"/>
                </a:solidFill>
                <a:latin typeface="+mn-ea"/>
                <a:sym typeface="+mn-ea"/>
              </a:rPr>
              <a:t>、</a:t>
            </a:r>
            <a:r>
              <a:rPr lang="en-US" altLang="zh-CN" sz="1000" dirty="0">
                <a:solidFill>
                  <a:schemeClr val="tx1"/>
                </a:solidFill>
                <a:latin typeface="+mn-ea"/>
                <a:sym typeface="+mn-ea"/>
              </a:rPr>
              <a:t>Connection</a:t>
            </a:r>
          </a:p>
          <a:p>
            <a:r>
              <a:rPr lang="zh-CN" altLang="en-US" sz="1200" dirty="0">
                <a:solidFill>
                  <a:srgbClr val="FF0000"/>
                </a:solidFill>
                <a:latin typeface="+mn-ea"/>
                <a:sym typeface="+mn-ea"/>
              </a:rPr>
              <a:t>送信前对</a:t>
            </a:r>
            <a:r>
              <a:rPr lang="en-US" altLang="zh-CN" sz="1200" dirty="0">
                <a:solidFill>
                  <a:srgbClr val="FF0000"/>
                </a:solidFill>
                <a:latin typeface="+mn-ea"/>
                <a:sym typeface="+mn-ea"/>
              </a:rPr>
              <a:t>Header</a:t>
            </a:r>
            <a:r>
              <a:rPr lang="zh-CN" altLang="en-US" sz="1200" dirty="0">
                <a:solidFill>
                  <a:srgbClr val="FF0000"/>
                </a:solidFill>
                <a:latin typeface="+mn-ea"/>
                <a:sym typeface="+mn-ea"/>
              </a:rPr>
              <a:t>替换</a:t>
            </a:r>
            <a:r>
              <a:rPr lang="zh-CN" altLang="en-US" sz="1200" dirty="0">
                <a:solidFill>
                  <a:schemeClr val="tx1"/>
                </a:solidFill>
                <a:latin typeface="+mn-ea"/>
                <a:sym typeface="+mn-ea"/>
              </a:rPr>
              <a:t>：</a:t>
            </a:r>
            <a:endParaRPr lang="en-US" altLang="zh-CN" sz="1200" dirty="0">
              <a:solidFill>
                <a:schemeClr val="tx1"/>
              </a:solidFill>
              <a:latin typeface="+mn-ea"/>
              <a:sym typeface="+mn-ea"/>
            </a:endParaRPr>
          </a:p>
          <a:p>
            <a:r>
              <a:rPr lang="en-US" altLang="zh-CN" sz="1000" dirty="0">
                <a:solidFill>
                  <a:srgbClr val="FF0000"/>
                </a:solidFill>
                <a:latin typeface="+mn-ea"/>
              </a:rPr>
              <a:t>Content-Type</a:t>
            </a:r>
            <a:r>
              <a:rPr lang="zh-CN" altLang="en-US" sz="1000" dirty="0">
                <a:solidFill>
                  <a:srgbClr val="FF0000"/>
                </a:solidFill>
                <a:latin typeface="+mn-ea"/>
              </a:rPr>
              <a:t>替换为</a:t>
            </a:r>
            <a:r>
              <a:rPr lang="en-US" altLang="zh-CN" sz="1000" dirty="0">
                <a:solidFill>
                  <a:srgbClr val="FF0000"/>
                </a:solidFill>
                <a:latin typeface="+mn-ea"/>
              </a:rPr>
              <a:t>application/x-www-form-</a:t>
            </a:r>
            <a:r>
              <a:rPr lang="en-US" altLang="zh-CN" sz="1000" dirty="0" err="1">
                <a:solidFill>
                  <a:srgbClr val="FF0000"/>
                </a:solidFill>
                <a:latin typeface="+mn-ea"/>
              </a:rPr>
              <a:t>urlencoded</a:t>
            </a:r>
            <a:endParaRPr lang="en-US" altLang="zh-CN" sz="1000" dirty="0">
              <a:solidFill>
                <a:schemeClr val="tx1"/>
              </a:solidFill>
              <a:latin typeface="+mn-ea"/>
              <a:sym typeface="+mn-ea"/>
            </a:endParaRPr>
          </a:p>
          <a:p>
            <a:r>
              <a:rPr lang="en-US" altLang="zh-CN" sz="1200" dirty="0">
                <a:solidFill>
                  <a:schemeClr val="tx1"/>
                </a:solidFill>
                <a:latin typeface="+mn-ea"/>
                <a:sym typeface="+mn-ea"/>
              </a:rPr>
              <a:t>(2)</a:t>
            </a:r>
            <a:r>
              <a:rPr lang="zh-CN" altLang="en-US" sz="1200" dirty="0">
                <a:solidFill>
                  <a:schemeClr val="tx1"/>
                </a:solidFill>
                <a:latin typeface="+mn-ea"/>
                <a:sym typeface="+mn-ea"/>
              </a:rPr>
              <a:t>送信失败时，向</a:t>
            </a:r>
            <a:r>
              <a:rPr lang="en-US" altLang="zh-CN" sz="1200" dirty="0">
                <a:solidFill>
                  <a:schemeClr val="tx1"/>
                </a:solidFill>
                <a:latin typeface="+mn-ea"/>
                <a:sym typeface="+mn-ea"/>
              </a:rPr>
              <a:t>DCM</a:t>
            </a:r>
            <a:r>
              <a:rPr lang="zh-CN" altLang="en-US" sz="1200" dirty="0">
                <a:solidFill>
                  <a:schemeClr val="tx1"/>
                </a:solidFill>
                <a:latin typeface="+mn-ea"/>
                <a:sym typeface="+mn-ea"/>
              </a:rPr>
              <a:t>返回</a:t>
            </a:r>
            <a:r>
              <a:rPr lang="en-US" altLang="zh-CN" sz="1200" dirty="0">
                <a:solidFill>
                  <a:schemeClr val="tx1"/>
                </a:solidFill>
                <a:latin typeface="+mn-ea"/>
                <a:sym typeface="+mn-ea"/>
              </a:rPr>
              <a:t>HTTP500</a:t>
            </a:r>
          </a:p>
          <a:p>
            <a:endParaRPr lang="en-US" altLang="zh-CN" sz="1000" dirty="0">
              <a:solidFill>
                <a:schemeClr val="tx1"/>
              </a:solidFill>
              <a:latin typeface="+mn-ea"/>
              <a:sym typeface="+mn-ea"/>
            </a:endParaRPr>
          </a:p>
          <a:p>
            <a:endParaRPr lang="en-US" altLang="zh-CN" sz="1200" dirty="0">
              <a:solidFill>
                <a:schemeClr val="tx1"/>
              </a:solidFill>
              <a:latin typeface="+mn-ea"/>
              <a:cs typeface="+mj-lt"/>
            </a:endParaRPr>
          </a:p>
          <a:p>
            <a:pPr algn="ctr"/>
            <a:endParaRPr lang="en-US" altLang="zh-CN" sz="1200" dirty="0">
              <a:solidFill>
                <a:schemeClr val="tx1"/>
              </a:solidFill>
              <a:latin typeface="+mn-ea"/>
              <a:cs typeface="+mj-lt"/>
            </a:endParaRPr>
          </a:p>
        </p:txBody>
      </p:sp>
    </p:spTree>
    <p:extLst>
      <p:ext uri="{BB962C8B-B14F-4D97-AF65-F5344CB8AC3E}">
        <p14:creationId xmlns:p14="http://schemas.microsoft.com/office/powerpoint/2010/main" val="81432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803640" y="6102350"/>
            <a:ext cx="2743200" cy="365125"/>
          </a:xfrm>
        </p:spPr>
        <p:txBody>
          <a:bodyPr/>
          <a:lstStyle/>
          <a:p>
            <a:fld id="{85DA4EFA-8F9B-4E64-96A6-7E64C0239D92}" type="slidenum">
              <a:rPr lang="zh-CN" altLang="en-US" smtClean="0">
                <a:cs typeface="+mn-ea"/>
                <a:sym typeface="+mn-lt"/>
              </a:rPr>
              <a:t>7</a:t>
            </a:fld>
            <a:endParaRPr lang="zh-CN" altLang="en-US">
              <a:cs typeface="+mn-ea"/>
              <a:sym typeface="+mn-lt"/>
            </a:endParaRPr>
          </a:p>
        </p:txBody>
      </p:sp>
      <p:sp>
        <p:nvSpPr>
          <p:cNvPr id="4" name="テキスト ボックス 4"/>
          <p:cNvSpPr txBox="1"/>
          <p:nvPr/>
        </p:nvSpPr>
        <p:spPr>
          <a:xfrm>
            <a:off x="514350" y="219462"/>
            <a:ext cx="1826141" cy="584775"/>
          </a:xfrm>
          <a:prstGeom prst="rect">
            <a:avLst/>
          </a:prstGeom>
          <a:noFill/>
        </p:spPr>
        <p:txBody>
          <a:bodyPr wrap="none" rtlCol="0">
            <a:spAutoFit/>
          </a:bodyPr>
          <a:lstStyle/>
          <a:p>
            <a:r>
              <a:rPr kumimoji="1" lang="zh-CN" altLang="en-US" sz="3200" b="1">
                <a:cs typeface="+mn-ea"/>
                <a:sym typeface="+mn-lt"/>
              </a:rPr>
              <a:t>变更履历</a:t>
            </a:r>
            <a:endParaRPr kumimoji="1" lang="ja-JP" altLang="en-US" sz="3200" b="1" dirty="0">
              <a:cs typeface="+mn-ea"/>
              <a:sym typeface="+mn-lt"/>
            </a:endParaRPr>
          </a:p>
        </p:txBody>
      </p:sp>
      <p:graphicFrame>
        <p:nvGraphicFramePr>
          <p:cNvPr id="5" name="コンテンツ プレースホルダー 4"/>
          <p:cNvGraphicFramePr/>
          <p:nvPr>
            <p:custDataLst>
              <p:tags r:id="rId1"/>
            </p:custDataLst>
          </p:nvPr>
        </p:nvGraphicFramePr>
        <p:xfrm>
          <a:off x="382270" y="963932"/>
          <a:ext cx="11429365" cy="2421294"/>
        </p:xfrm>
        <a:graphic>
          <a:graphicData uri="http://schemas.openxmlformats.org/drawingml/2006/table">
            <a:tbl>
              <a:tblPr firstRow="1" bandRow="1">
                <a:tableStyleId>{F5AB1C69-6EDB-4FF4-983F-18BD219EF322}</a:tableStyleId>
              </a:tblPr>
              <a:tblGrid>
                <a:gridCol w="1301115">
                  <a:extLst>
                    <a:ext uri="{9D8B030D-6E8A-4147-A177-3AD203B41FA5}">
                      <a16:colId xmlns:a16="http://schemas.microsoft.com/office/drawing/2014/main" val="20000"/>
                    </a:ext>
                  </a:extLst>
                </a:gridCol>
                <a:gridCol w="1084580">
                  <a:extLst>
                    <a:ext uri="{9D8B030D-6E8A-4147-A177-3AD203B41FA5}">
                      <a16:colId xmlns:a16="http://schemas.microsoft.com/office/drawing/2014/main" val="20001"/>
                    </a:ext>
                  </a:extLst>
                </a:gridCol>
                <a:gridCol w="9043670">
                  <a:extLst>
                    <a:ext uri="{9D8B030D-6E8A-4147-A177-3AD203B41FA5}">
                      <a16:colId xmlns:a16="http://schemas.microsoft.com/office/drawing/2014/main" val="20002"/>
                    </a:ext>
                  </a:extLst>
                </a:gridCol>
              </a:tblGrid>
              <a:tr h="515866">
                <a:tc>
                  <a:txBody>
                    <a:bodyPr/>
                    <a:lstStyle/>
                    <a:p>
                      <a:r>
                        <a:rPr kumimoji="1" lang="zh-CN" altLang="en-US" sz="1600"/>
                        <a:t>日期</a:t>
                      </a:r>
                      <a:endParaRPr kumimoji="1" lang="ja-JP" altLang="en-US" sz="1600" dirty="0"/>
                    </a:p>
                  </a:txBody>
                  <a:tcPr/>
                </a:tc>
                <a:tc>
                  <a:txBody>
                    <a:bodyPr/>
                    <a:lstStyle/>
                    <a:p>
                      <a:pPr>
                        <a:buNone/>
                      </a:pPr>
                      <a:r>
                        <a:rPr kumimoji="1" lang="zh-CN" altLang="ja-JP" sz="1600" dirty="0"/>
                        <a:t>版本</a:t>
                      </a:r>
                    </a:p>
                  </a:txBody>
                  <a:tcPr/>
                </a:tc>
                <a:tc>
                  <a:txBody>
                    <a:bodyPr/>
                    <a:lstStyle/>
                    <a:p>
                      <a:r>
                        <a:rPr kumimoji="1" lang="zh-CN" altLang="en-US" sz="1600"/>
                        <a:t>变更内容</a:t>
                      </a:r>
                      <a:endParaRPr kumimoji="1" lang="ja-JP" altLang="en-US" sz="1600" dirty="0"/>
                    </a:p>
                  </a:txBody>
                  <a:tcPr/>
                </a:tc>
                <a:extLst>
                  <a:ext uri="{0D108BD9-81ED-4DB2-BD59-A6C34878D82A}">
                    <a16:rowId xmlns:a16="http://schemas.microsoft.com/office/drawing/2014/main" val="10000"/>
                  </a:ext>
                </a:extLst>
              </a:tr>
              <a:tr h="515866">
                <a:tc>
                  <a:txBody>
                    <a:bodyPr/>
                    <a:lstStyle/>
                    <a:p>
                      <a:r>
                        <a:rPr kumimoji="1" lang="en-US" altLang="ja-JP" sz="1600" dirty="0"/>
                        <a:t>2025/1</a:t>
                      </a:r>
                      <a:endParaRPr kumimoji="1" lang="ja-JP" altLang="en-US" sz="1600" dirty="0"/>
                    </a:p>
                  </a:txBody>
                  <a:tcPr/>
                </a:tc>
                <a:tc>
                  <a:txBody>
                    <a:bodyPr/>
                    <a:lstStyle/>
                    <a:p>
                      <a:pPr>
                        <a:buNone/>
                      </a:pPr>
                      <a:r>
                        <a:rPr kumimoji="1" lang="en-US" altLang="ja-JP" sz="1600" dirty="0"/>
                        <a:t>1.0</a:t>
                      </a:r>
                    </a:p>
                  </a:txBody>
                  <a:tcPr/>
                </a:tc>
                <a:tc>
                  <a:txBody>
                    <a:bodyPr/>
                    <a:lstStyle/>
                    <a:p>
                      <a:r>
                        <a:rPr kumimoji="1" lang="ja-JP" altLang="en-US" sz="1600" dirty="0"/>
                        <a:t>初版作成</a:t>
                      </a:r>
                      <a:endParaRPr kumimoji="1" lang="en-US" altLang="ja-JP" sz="1600" dirty="0"/>
                    </a:p>
                  </a:txBody>
                  <a:tcPr/>
                </a:tc>
                <a:extLst>
                  <a:ext uri="{0D108BD9-81ED-4DB2-BD59-A6C34878D82A}">
                    <a16:rowId xmlns:a16="http://schemas.microsoft.com/office/drawing/2014/main" val="10001"/>
                  </a:ext>
                </a:extLst>
              </a:tr>
              <a:tr h="445979">
                <a:tc>
                  <a:txBody>
                    <a:bodyPr/>
                    <a:lstStyle/>
                    <a:p>
                      <a:pPr>
                        <a:buNone/>
                      </a:pPr>
                      <a:endParaRPr kumimoji="1" lang="en-US" altLang="ja-JP" sz="1600" dirty="0"/>
                    </a:p>
                  </a:txBody>
                  <a:tcPr/>
                </a:tc>
                <a:tc>
                  <a:txBody>
                    <a:bodyPr/>
                    <a:lstStyle/>
                    <a:p>
                      <a:pPr>
                        <a:buNone/>
                      </a:pPr>
                      <a:endParaRPr kumimoji="1" lang="en-US" altLang="zh-CN" sz="1600" dirty="0"/>
                    </a:p>
                  </a:txBody>
                  <a:tcPr/>
                </a:tc>
                <a:tc>
                  <a:txBody>
                    <a:bodyPr/>
                    <a:lstStyle/>
                    <a:p>
                      <a:pPr>
                        <a:buNone/>
                      </a:pPr>
                      <a:endParaRPr lang="zh-CN" altLang="en-US" sz="1600" dirty="0">
                        <a:latin typeface="+mn-ea"/>
                        <a:ea typeface="+mn-ea"/>
                        <a:sym typeface="+mn-ea"/>
                      </a:endParaRPr>
                    </a:p>
                  </a:txBody>
                  <a:tcPr/>
                </a:tc>
                <a:extLst>
                  <a:ext uri="{0D108BD9-81ED-4DB2-BD59-A6C34878D82A}">
                    <a16:rowId xmlns:a16="http://schemas.microsoft.com/office/drawing/2014/main" val="10002"/>
                  </a:ext>
                </a:extLst>
              </a:tr>
              <a:tr h="515866">
                <a:tc>
                  <a:txBody>
                    <a:bodyPr/>
                    <a:lstStyle/>
                    <a:p>
                      <a:pPr>
                        <a:buNone/>
                      </a:pPr>
                      <a:endParaRPr kumimoji="1" lang="en-US" altLang="ja-JP" sz="1600" dirty="0"/>
                    </a:p>
                  </a:txBody>
                  <a:tcPr/>
                </a:tc>
                <a:tc>
                  <a:txBody>
                    <a:bodyPr/>
                    <a:lstStyle/>
                    <a:p>
                      <a:pPr>
                        <a:buNone/>
                      </a:pPr>
                      <a:endParaRPr kumimoji="1" lang="en-US" altLang="zh-CN" sz="1600" dirty="0"/>
                    </a:p>
                  </a:txBody>
                  <a:tcPr/>
                </a:tc>
                <a:tc>
                  <a:txBody>
                    <a:bodyPr/>
                    <a:lstStyle/>
                    <a:p>
                      <a:pPr>
                        <a:buNone/>
                      </a:pPr>
                      <a:endParaRPr kumimoji="1" lang="ja-JP" altLang="ja-JP" sz="1600" dirty="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a:txBody>
                  <a:tcPr/>
                </a:tc>
                <a:extLst>
                  <a:ext uri="{0D108BD9-81ED-4DB2-BD59-A6C34878D82A}">
                    <a16:rowId xmlns:a16="http://schemas.microsoft.com/office/drawing/2014/main" val="10003"/>
                  </a:ext>
                </a:extLst>
              </a:tr>
              <a:tr h="427717">
                <a:tc>
                  <a:txBody>
                    <a:bodyPr/>
                    <a:lstStyle/>
                    <a:p>
                      <a:pPr>
                        <a:buNone/>
                      </a:pPr>
                      <a:endParaRPr kumimoji="1" lang="en-US" altLang="ja-JP" sz="1600" dirty="0"/>
                    </a:p>
                  </a:txBody>
                  <a:tcPr/>
                </a:tc>
                <a:tc>
                  <a:txBody>
                    <a:bodyPr/>
                    <a:lstStyle/>
                    <a:p>
                      <a:pPr>
                        <a:buNone/>
                      </a:pPr>
                      <a:endParaRPr kumimoji="1" lang="en-US" altLang="zh-C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600" dirty="0"/>
                    </a:p>
                  </a:txBody>
                  <a:tcPr/>
                </a:tc>
                <a:extLst>
                  <a:ext uri="{0D108BD9-81ED-4DB2-BD59-A6C34878D82A}">
                    <a16:rowId xmlns:a16="http://schemas.microsoft.com/office/drawing/2014/main" val="125075042"/>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482"/>
  <p:tag name="COMMONDATA" val="eyJoZGlkIjoiNzJlNmY3YzcwMmQ1MmEyZjhhNzM4NDlmNzRkZmQ0OTA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124*337"/>
  <p:tag name="TABLE_ENDDRAG_RECT" val="40*162*124*337"/>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118*242"/>
  <p:tag name="TABLE_ENDDRAG_RECT" val="283*162*118*242"/>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85*154"/>
  <p:tag name="TABLE_ENDDRAG_RECT" val="783*242*85*154"/>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c80bd4ad-54fe-4cd4-8238-0b603874233c}"/>
  <p:tag name="TABLE_ENDDRAG_ORIGIN_RECT" val="899*419"/>
  <p:tag name="TABLE_ENDDRAG_RECT" val="30*75*899*419"/>
</p:tagLst>
</file>

<file path=ppt/theme/theme1.xml><?xml version="1.0" encoding="utf-8"?>
<a:theme xmlns:a="http://schemas.openxmlformats.org/drawingml/2006/main" name="1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k5sce2f">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3fbe66d-b438-41a7-8c67-b207582e528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文档" ma:contentTypeID="0x010100788400C62F05EE44B5FFE57F7B3EBF83" ma:contentTypeVersion="13" ma:contentTypeDescription="新建文档。" ma:contentTypeScope="" ma:versionID="6e29d90ba6a1043f999f6d23bea16f37">
  <xsd:schema xmlns:xsd="http://www.w3.org/2001/XMLSchema" xmlns:xs="http://www.w3.org/2001/XMLSchema" xmlns:p="http://schemas.microsoft.com/office/2006/metadata/properties" xmlns:ns2="f3fbe66d-b438-41a7-8c67-b207582e528a" xmlns:ns3="d7365256-d416-4436-9d0a-93f82d6448ec" targetNamespace="http://schemas.microsoft.com/office/2006/metadata/properties" ma:root="true" ma:fieldsID="0b3dec33c5845eee161d46e0446b16bc" ns2:_="" ns3:_="">
    <xsd:import namespace="f3fbe66d-b438-41a7-8c67-b207582e528a"/>
    <xsd:import namespace="d7365256-d416-4436-9d0a-93f82d6448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fbe66d-b438-41a7-8c67-b207582e52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图像标记" ma:readOnly="false" ma:fieldId="{5cf76f15-5ced-4ddc-b409-7134ff3c332f}" ma:taxonomyMulti="true" ma:sspId="3309897e-8002-4d19-b042-d92e37e6c0bb"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7365256-d416-4436-9d0a-93f82d6448ec" elementFormDefault="qualified">
    <xsd:import namespace="http://schemas.microsoft.com/office/2006/documentManagement/types"/>
    <xsd:import namespace="http://schemas.microsoft.com/office/infopath/2007/PartnerControls"/>
    <xsd:element name="SharedWithUsers" ma:index="11"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共享对象详细信息"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822F36-86F6-44A4-AD5F-39E34E7368E2}">
  <ds:schemaRefs/>
</ds:datastoreItem>
</file>

<file path=customXml/itemProps2.xml><?xml version="1.0" encoding="utf-8"?>
<ds:datastoreItem xmlns:ds="http://schemas.openxmlformats.org/officeDocument/2006/customXml" ds:itemID="{3528353C-521E-4613-928A-8CF05D1C2D56}">
  <ds:schemaRefs>
    <ds:schemaRef ds:uri="http://schemas.microsoft.com/office/2006/documentManagement/types"/>
    <ds:schemaRef ds:uri="http://purl.org/dc/elements/1.1/"/>
    <ds:schemaRef ds:uri="http://purl.org/dc/terms/"/>
    <ds:schemaRef ds:uri="d7365256-d416-4436-9d0a-93f82d6448ec"/>
    <ds:schemaRef ds:uri="http://schemas.microsoft.com/office/infopath/2007/PartnerControls"/>
    <ds:schemaRef ds:uri="http://www.w3.org/XML/1998/namespace"/>
    <ds:schemaRef ds:uri="http://schemas.openxmlformats.org/package/2006/metadata/core-properties"/>
    <ds:schemaRef ds:uri="f3fbe66d-b438-41a7-8c67-b207582e528a"/>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5545E9D9-1AD6-42FC-A536-813AE52FFC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fbe66d-b438-41a7-8c67-b207582e528a"/>
    <ds:schemaRef ds:uri="d7365256-d416-4436-9d0a-93f82d6448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1002</TotalTime>
  <Words>1160</Words>
  <Application>Microsoft Office PowerPoint</Application>
  <PresentationFormat>宽屏</PresentationFormat>
  <Paragraphs>264</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Meiryo UI</vt:lpstr>
      <vt:lpstr>等线</vt:lpstr>
      <vt:lpstr>宋体</vt:lpstr>
      <vt:lpstr>微软雅黑</vt:lpstr>
      <vt:lpstr>Arial</vt:lpstr>
      <vt:lpstr>Calibri</vt:lpstr>
      <vt:lpstr>Wingdings</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赵欣</dc:creator>
  <cp:lastModifiedBy>Fang, Wei</cp:lastModifiedBy>
  <cp:revision>2476</cp:revision>
  <cp:lastPrinted>2022-07-27T04:40:00Z</cp:lastPrinted>
  <dcterms:created xsi:type="dcterms:W3CDTF">2014-06-05T10:48:00Z</dcterms:created>
  <dcterms:modified xsi:type="dcterms:W3CDTF">2026-04-02T09:30:21Z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9041278A7EA0446BB8623C1658EEED40_12</vt:lpwstr>
  </property>
  <property fmtid="{D5CDD505-2E9C-101B-9397-08002B2CF9AE}" pid="3" name="KSOProductBuildVer">
    <vt:lpwstr>2052-12.1.0.16417</vt:lpwstr>
  </property>
  <property fmtid="{D5CDD505-2E9C-101B-9397-08002B2CF9AE}" pid="4" name="ContentTypeId">
    <vt:lpwstr>0x010100788400C62F05EE44B5FFE57F7B3EBF83</vt:lpwstr>
  </property>
  <property fmtid="{D5CDD505-2E9C-101B-9397-08002B2CF9AE}" pid="5" name="MediaServiceImageTags">
    <vt:lpwstr/>
  </property>
</Properties>
</file>